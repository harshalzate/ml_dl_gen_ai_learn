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70" r:id="rId9"/>
    <p:sldId id="271" r:id="rId10"/>
    <p:sldId id="272" r:id="rId11"/>
    <p:sldId id="261" r:id="rId12"/>
    <p:sldId id="263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6B2DC1-8E58-4633-BC50-7F59EC92D8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931E36-7AFE-41D5-85D3-A304670753C7}">
      <dgm:prSet/>
      <dgm:spPr/>
      <dgm:t>
        <a:bodyPr/>
        <a:lstStyle/>
        <a:p>
          <a:r>
            <a:rPr lang="en-US"/>
            <a:t>HR teams spend a major portion of their time addressing </a:t>
          </a:r>
          <a:r>
            <a:rPr lang="en-US" b="1"/>
            <a:t>repetitive employee queries</a:t>
          </a:r>
          <a:r>
            <a:rPr lang="en-US"/>
            <a:t>.</a:t>
          </a:r>
        </a:p>
      </dgm:t>
    </dgm:pt>
    <dgm:pt modelId="{FC89CCA4-EFF7-403A-9C18-3B6E9D28D0F6}" type="parTrans" cxnId="{B2161C43-7874-4FFC-BDF2-47C838BC07E9}">
      <dgm:prSet/>
      <dgm:spPr/>
      <dgm:t>
        <a:bodyPr/>
        <a:lstStyle/>
        <a:p>
          <a:endParaRPr lang="en-US"/>
        </a:p>
      </dgm:t>
    </dgm:pt>
    <dgm:pt modelId="{FE2E5F0E-6709-4E46-A4F8-2C8CC1F2AD22}" type="sibTrans" cxnId="{B2161C43-7874-4FFC-BDF2-47C838BC07E9}">
      <dgm:prSet/>
      <dgm:spPr/>
      <dgm:t>
        <a:bodyPr/>
        <a:lstStyle/>
        <a:p>
          <a:endParaRPr lang="en-US"/>
        </a:p>
      </dgm:t>
    </dgm:pt>
    <dgm:pt modelId="{93E79AAD-A83F-4396-AF98-B48AFE54841A}">
      <dgm:prSet/>
      <dgm:spPr/>
      <dgm:t>
        <a:bodyPr/>
        <a:lstStyle/>
        <a:p>
          <a:r>
            <a:rPr lang="en-US" b="1" dirty="0"/>
            <a:t>Manual resume screening</a:t>
          </a:r>
          <a:r>
            <a:rPr lang="en-US" dirty="0"/>
            <a:t> and </a:t>
          </a:r>
          <a:r>
            <a:rPr lang="en-US" b="1" dirty="0"/>
            <a:t>telephonic interviews </a:t>
          </a:r>
          <a:r>
            <a:rPr lang="en-US" dirty="0"/>
            <a:t>are time-consuming and subjective.</a:t>
          </a:r>
        </a:p>
      </dgm:t>
    </dgm:pt>
    <dgm:pt modelId="{25CF5890-706F-4849-B050-45FFC6A44728}" type="parTrans" cxnId="{6E55BAF7-ABD8-492E-ACA5-E16712925701}">
      <dgm:prSet/>
      <dgm:spPr/>
      <dgm:t>
        <a:bodyPr/>
        <a:lstStyle/>
        <a:p>
          <a:endParaRPr lang="en-US"/>
        </a:p>
      </dgm:t>
    </dgm:pt>
    <dgm:pt modelId="{1E58F4DC-8466-41FD-BCF3-304DBAFB2167}" type="sibTrans" cxnId="{6E55BAF7-ABD8-492E-ACA5-E16712925701}">
      <dgm:prSet/>
      <dgm:spPr/>
      <dgm:t>
        <a:bodyPr/>
        <a:lstStyle/>
        <a:p>
          <a:endParaRPr lang="en-US"/>
        </a:p>
      </dgm:t>
    </dgm:pt>
    <dgm:pt modelId="{A7A9DDE2-4598-4921-8BE3-B8C575D9C09A}">
      <dgm:prSet/>
      <dgm:spPr/>
      <dgm:t>
        <a:bodyPr/>
        <a:lstStyle/>
        <a:p>
          <a:r>
            <a:rPr lang="en-US" dirty="0"/>
            <a:t>There’s a </a:t>
          </a:r>
          <a:r>
            <a:rPr lang="en-US" b="1" dirty="0"/>
            <a:t>lack of integrated, real-time analytics</a:t>
          </a:r>
          <a:r>
            <a:rPr lang="en-US" dirty="0"/>
            <a:t> on employee interactions and sentiment.</a:t>
          </a:r>
        </a:p>
      </dgm:t>
    </dgm:pt>
    <dgm:pt modelId="{D1E56B83-BA46-40F1-81C3-CB9B2A85E2BA}" type="parTrans" cxnId="{844D1C9B-46DD-43B8-B16D-1BC66929A85B}">
      <dgm:prSet/>
      <dgm:spPr/>
      <dgm:t>
        <a:bodyPr/>
        <a:lstStyle/>
        <a:p>
          <a:endParaRPr lang="en-US"/>
        </a:p>
      </dgm:t>
    </dgm:pt>
    <dgm:pt modelId="{5200E440-7D36-48C9-9269-EDD5DA3299B8}" type="sibTrans" cxnId="{844D1C9B-46DD-43B8-B16D-1BC66929A85B}">
      <dgm:prSet/>
      <dgm:spPr/>
      <dgm:t>
        <a:bodyPr/>
        <a:lstStyle/>
        <a:p>
          <a:endParaRPr lang="en-US"/>
        </a:p>
      </dgm:t>
    </dgm:pt>
    <dgm:pt modelId="{F8B77A66-CAD2-48CB-9563-15E34966942F}" type="pres">
      <dgm:prSet presAssocID="{1F6B2DC1-8E58-4633-BC50-7F59EC92D8F2}" presName="root" presStyleCnt="0">
        <dgm:presLayoutVars>
          <dgm:dir/>
          <dgm:resizeHandles val="exact"/>
        </dgm:presLayoutVars>
      </dgm:prSet>
      <dgm:spPr/>
    </dgm:pt>
    <dgm:pt modelId="{71027612-CB11-4241-A01A-08D6AD62CDD4}" type="pres">
      <dgm:prSet presAssocID="{25931E36-7AFE-41D5-85D3-A304670753C7}" presName="compNode" presStyleCnt="0"/>
      <dgm:spPr/>
    </dgm:pt>
    <dgm:pt modelId="{65D03091-67CA-4717-87E2-4B22DE192A70}" type="pres">
      <dgm:prSet presAssocID="{25931E36-7AFE-41D5-85D3-A304670753C7}" presName="bgRect" presStyleLbl="bgShp" presStyleIdx="0" presStyleCnt="3"/>
      <dgm:spPr/>
    </dgm:pt>
    <dgm:pt modelId="{E18FC043-01B9-49B1-8A1E-174A06F169B4}" type="pres">
      <dgm:prSet presAssocID="{25931E36-7AFE-41D5-85D3-A304670753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37232F03-1480-4783-AAA5-992B707C529E}" type="pres">
      <dgm:prSet presAssocID="{25931E36-7AFE-41D5-85D3-A304670753C7}" presName="spaceRect" presStyleCnt="0"/>
      <dgm:spPr/>
    </dgm:pt>
    <dgm:pt modelId="{2641CBF4-B2C6-4244-8122-702AADEF733E}" type="pres">
      <dgm:prSet presAssocID="{25931E36-7AFE-41D5-85D3-A304670753C7}" presName="parTx" presStyleLbl="revTx" presStyleIdx="0" presStyleCnt="3">
        <dgm:presLayoutVars>
          <dgm:chMax val="0"/>
          <dgm:chPref val="0"/>
        </dgm:presLayoutVars>
      </dgm:prSet>
      <dgm:spPr/>
    </dgm:pt>
    <dgm:pt modelId="{72BB959C-776A-458A-ACD8-58BBD80E70EB}" type="pres">
      <dgm:prSet presAssocID="{FE2E5F0E-6709-4E46-A4F8-2C8CC1F2AD22}" presName="sibTrans" presStyleCnt="0"/>
      <dgm:spPr/>
    </dgm:pt>
    <dgm:pt modelId="{D156EB6F-327D-4CE1-9D09-696E15DA63E5}" type="pres">
      <dgm:prSet presAssocID="{93E79AAD-A83F-4396-AF98-B48AFE54841A}" presName="compNode" presStyleCnt="0"/>
      <dgm:spPr/>
    </dgm:pt>
    <dgm:pt modelId="{615B7AC9-004E-461E-9851-4BC5A8D1C84B}" type="pres">
      <dgm:prSet presAssocID="{93E79AAD-A83F-4396-AF98-B48AFE54841A}" presName="bgRect" presStyleLbl="bgShp" presStyleIdx="1" presStyleCnt="3"/>
      <dgm:spPr/>
    </dgm:pt>
    <dgm:pt modelId="{3A52AFD1-E6A3-4D90-9EE6-48C6E730F3D9}" type="pres">
      <dgm:prSet presAssocID="{93E79AAD-A83F-4396-AF98-B48AFE5484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B1EE268-FCC9-4825-A5E2-54447F3E7B0F}" type="pres">
      <dgm:prSet presAssocID="{93E79AAD-A83F-4396-AF98-B48AFE54841A}" presName="spaceRect" presStyleCnt="0"/>
      <dgm:spPr/>
    </dgm:pt>
    <dgm:pt modelId="{80801211-0FDB-4EE4-BE1A-96CD99C9F125}" type="pres">
      <dgm:prSet presAssocID="{93E79AAD-A83F-4396-AF98-B48AFE54841A}" presName="parTx" presStyleLbl="revTx" presStyleIdx="1" presStyleCnt="3">
        <dgm:presLayoutVars>
          <dgm:chMax val="0"/>
          <dgm:chPref val="0"/>
        </dgm:presLayoutVars>
      </dgm:prSet>
      <dgm:spPr/>
    </dgm:pt>
    <dgm:pt modelId="{5C405547-7974-41D8-8644-079921FEEEBF}" type="pres">
      <dgm:prSet presAssocID="{1E58F4DC-8466-41FD-BCF3-304DBAFB2167}" presName="sibTrans" presStyleCnt="0"/>
      <dgm:spPr/>
    </dgm:pt>
    <dgm:pt modelId="{AC90E810-5D68-46CD-AD8B-5C44B671C82C}" type="pres">
      <dgm:prSet presAssocID="{A7A9DDE2-4598-4921-8BE3-B8C575D9C09A}" presName="compNode" presStyleCnt="0"/>
      <dgm:spPr/>
    </dgm:pt>
    <dgm:pt modelId="{3B5882FC-6494-472B-A822-A933B83A59BD}" type="pres">
      <dgm:prSet presAssocID="{A7A9DDE2-4598-4921-8BE3-B8C575D9C09A}" presName="bgRect" presStyleLbl="bgShp" presStyleIdx="2" presStyleCnt="3"/>
      <dgm:spPr/>
    </dgm:pt>
    <dgm:pt modelId="{F6E4CF86-CEBF-469C-A538-268F01DD76BD}" type="pres">
      <dgm:prSet presAssocID="{A7A9DDE2-4598-4921-8BE3-B8C575D9C0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5B2ACF6-E8F4-4F02-A805-17E8CA052BC8}" type="pres">
      <dgm:prSet presAssocID="{A7A9DDE2-4598-4921-8BE3-B8C575D9C09A}" presName="spaceRect" presStyleCnt="0"/>
      <dgm:spPr/>
    </dgm:pt>
    <dgm:pt modelId="{1C0E2BC9-9766-4E64-AA6C-AAB3C2A28473}" type="pres">
      <dgm:prSet presAssocID="{A7A9DDE2-4598-4921-8BE3-B8C575D9C09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2161C43-7874-4FFC-BDF2-47C838BC07E9}" srcId="{1F6B2DC1-8E58-4633-BC50-7F59EC92D8F2}" destId="{25931E36-7AFE-41D5-85D3-A304670753C7}" srcOrd="0" destOrd="0" parTransId="{FC89CCA4-EFF7-403A-9C18-3B6E9D28D0F6}" sibTransId="{FE2E5F0E-6709-4E46-A4F8-2C8CC1F2AD22}"/>
    <dgm:cxn modelId="{844D1C9B-46DD-43B8-B16D-1BC66929A85B}" srcId="{1F6B2DC1-8E58-4633-BC50-7F59EC92D8F2}" destId="{A7A9DDE2-4598-4921-8BE3-B8C575D9C09A}" srcOrd="2" destOrd="0" parTransId="{D1E56B83-BA46-40F1-81C3-CB9B2A85E2BA}" sibTransId="{5200E440-7D36-48C9-9269-EDD5DA3299B8}"/>
    <dgm:cxn modelId="{B1832BB1-16CB-452D-B177-488D4625391D}" type="presOf" srcId="{93E79AAD-A83F-4396-AF98-B48AFE54841A}" destId="{80801211-0FDB-4EE4-BE1A-96CD99C9F125}" srcOrd="0" destOrd="0" presId="urn:microsoft.com/office/officeart/2018/2/layout/IconVerticalSolidList"/>
    <dgm:cxn modelId="{C138EFD2-A324-4DBC-929A-EBF93D332862}" type="presOf" srcId="{1F6B2DC1-8E58-4633-BC50-7F59EC92D8F2}" destId="{F8B77A66-CAD2-48CB-9563-15E34966942F}" srcOrd="0" destOrd="0" presId="urn:microsoft.com/office/officeart/2018/2/layout/IconVerticalSolidList"/>
    <dgm:cxn modelId="{553516D3-EA2B-44F5-B358-48CD44C08DD5}" type="presOf" srcId="{25931E36-7AFE-41D5-85D3-A304670753C7}" destId="{2641CBF4-B2C6-4244-8122-702AADEF733E}" srcOrd="0" destOrd="0" presId="urn:microsoft.com/office/officeart/2018/2/layout/IconVerticalSolidList"/>
    <dgm:cxn modelId="{8CF21DF6-F607-4883-95A1-30019E6FC19F}" type="presOf" srcId="{A7A9DDE2-4598-4921-8BE3-B8C575D9C09A}" destId="{1C0E2BC9-9766-4E64-AA6C-AAB3C2A28473}" srcOrd="0" destOrd="0" presId="urn:microsoft.com/office/officeart/2018/2/layout/IconVerticalSolidList"/>
    <dgm:cxn modelId="{6E55BAF7-ABD8-492E-ACA5-E16712925701}" srcId="{1F6B2DC1-8E58-4633-BC50-7F59EC92D8F2}" destId="{93E79AAD-A83F-4396-AF98-B48AFE54841A}" srcOrd="1" destOrd="0" parTransId="{25CF5890-706F-4849-B050-45FFC6A44728}" sibTransId="{1E58F4DC-8466-41FD-BCF3-304DBAFB2167}"/>
    <dgm:cxn modelId="{A69B7E71-FAE8-4E25-A484-032DB241D3D1}" type="presParOf" srcId="{F8B77A66-CAD2-48CB-9563-15E34966942F}" destId="{71027612-CB11-4241-A01A-08D6AD62CDD4}" srcOrd="0" destOrd="0" presId="urn:microsoft.com/office/officeart/2018/2/layout/IconVerticalSolidList"/>
    <dgm:cxn modelId="{D5F44E26-9553-4350-80F1-A80E47BFE916}" type="presParOf" srcId="{71027612-CB11-4241-A01A-08D6AD62CDD4}" destId="{65D03091-67CA-4717-87E2-4B22DE192A70}" srcOrd="0" destOrd="0" presId="urn:microsoft.com/office/officeart/2018/2/layout/IconVerticalSolidList"/>
    <dgm:cxn modelId="{E2CE0882-30B8-4D69-BFD6-AE4BD5B00366}" type="presParOf" srcId="{71027612-CB11-4241-A01A-08D6AD62CDD4}" destId="{E18FC043-01B9-49B1-8A1E-174A06F169B4}" srcOrd="1" destOrd="0" presId="urn:microsoft.com/office/officeart/2018/2/layout/IconVerticalSolidList"/>
    <dgm:cxn modelId="{3391C55A-4BA1-4523-B66F-E26EB58FA253}" type="presParOf" srcId="{71027612-CB11-4241-A01A-08D6AD62CDD4}" destId="{37232F03-1480-4783-AAA5-992B707C529E}" srcOrd="2" destOrd="0" presId="urn:microsoft.com/office/officeart/2018/2/layout/IconVerticalSolidList"/>
    <dgm:cxn modelId="{421D7CE0-51B0-49A2-852C-8409D621BC7A}" type="presParOf" srcId="{71027612-CB11-4241-A01A-08D6AD62CDD4}" destId="{2641CBF4-B2C6-4244-8122-702AADEF733E}" srcOrd="3" destOrd="0" presId="urn:microsoft.com/office/officeart/2018/2/layout/IconVerticalSolidList"/>
    <dgm:cxn modelId="{120B5F6B-810D-4B97-856C-BFD8613600AA}" type="presParOf" srcId="{F8B77A66-CAD2-48CB-9563-15E34966942F}" destId="{72BB959C-776A-458A-ACD8-58BBD80E70EB}" srcOrd="1" destOrd="0" presId="urn:microsoft.com/office/officeart/2018/2/layout/IconVerticalSolidList"/>
    <dgm:cxn modelId="{A88F4185-A5C0-4F91-B4A1-3B605A32F02A}" type="presParOf" srcId="{F8B77A66-CAD2-48CB-9563-15E34966942F}" destId="{D156EB6F-327D-4CE1-9D09-696E15DA63E5}" srcOrd="2" destOrd="0" presId="urn:microsoft.com/office/officeart/2018/2/layout/IconVerticalSolidList"/>
    <dgm:cxn modelId="{F6F9D401-5B51-4AFD-B824-CBF5A2CF65D6}" type="presParOf" srcId="{D156EB6F-327D-4CE1-9D09-696E15DA63E5}" destId="{615B7AC9-004E-461E-9851-4BC5A8D1C84B}" srcOrd="0" destOrd="0" presId="urn:microsoft.com/office/officeart/2018/2/layout/IconVerticalSolidList"/>
    <dgm:cxn modelId="{9EA50B2A-C475-493E-8B3E-A00EC2C30C3C}" type="presParOf" srcId="{D156EB6F-327D-4CE1-9D09-696E15DA63E5}" destId="{3A52AFD1-E6A3-4D90-9EE6-48C6E730F3D9}" srcOrd="1" destOrd="0" presId="urn:microsoft.com/office/officeart/2018/2/layout/IconVerticalSolidList"/>
    <dgm:cxn modelId="{A9065AFE-A9BB-4647-8E4F-2F6E18CCB8BB}" type="presParOf" srcId="{D156EB6F-327D-4CE1-9D09-696E15DA63E5}" destId="{3B1EE268-FCC9-4825-A5E2-54447F3E7B0F}" srcOrd="2" destOrd="0" presId="urn:microsoft.com/office/officeart/2018/2/layout/IconVerticalSolidList"/>
    <dgm:cxn modelId="{9D7C8F3E-E6F1-4D06-9EDC-E8C4118E7F4F}" type="presParOf" srcId="{D156EB6F-327D-4CE1-9D09-696E15DA63E5}" destId="{80801211-0FDB-4EE4-BE1A-96CD99C9F125}" srcOrd="3" destOrd="0" presId="urn:microsoft.com/office/officeart/2018/2/layout/IconVerticalSolidList"/>
    <dgm:cxn modelId="{4E30F79C-C1B8-41E8-8549-4250852740B1}" type="presParOf" srcId="{F8B77A66-CAD2-48CB-9563-15E34966942F}" destId="{5C405547-7974-41D8-8644-079921FEEEBF}" srcOrd="3" destOrd="0" presId="urn:microsoft.com/office/officeart/2018/2/layout/IconVerticalSolidList"/>
    <dgm:cxn modelId="{0067B077-788B-4913-BDB1-19EA46C93710}" type="presParOf" srcId="{F8B77A66-CAD2-48CB-9563-15E34966942F}" destId="{AC90E810-5D68-46CD-AD8B-5C44B671C82C}" srcOrd="4" destOrd="0" presId="urn:microsoft.com/office/officeart/2018/2/layout/IconVerticalSolidList"/>
    <dgm:cxn modelId="{1067DB1B-1C3A-41CE-9724-0F08FB7BEC2D}" type="presParOf" srcId="{AC90E810-5D68-46CD-AD8B-5C44B671C82C}" destId="{3B5882FC-6494-472B-A822-A933B83A59BD}" srcOrd="0" destOrd="0" presId="urn:microsoft.com/office/officeart/2018/2/layout/IconVerticalSolidList"/>
    <dgm:cxn modelId="{6C395087-32C5-4C1C-91B0-6897C23E8EF1}" type="presParOf" srcId="{AC90E810-5D68-46CD-AD8B-5C44B671C82C}" destId="{F6E4CF86-CEBF-469C-A538-268F01DD76BD}" srcOrd="1" destOrd="0" presId="urn:microsoft.com/office/officeart/2018/2/layout/IconVerticalSolidList"/>
    <dgm:cxn modelId="{93ED1C0A-5F91-4DC1-9054-1907C546A5D0}" type="presParOf" srcId="{AC90E810-5D68-46CD-AD8B-5C44B671C82C}" destId="{75B2ACF6-E8F4-4F02-A805-17E8CA052BC8}" srcOrd="2" destOrd="0" presId="urn:microsoft.com/office/officeart/2018/2/layout/IconVerticalSolidList"/>
    <dgm:cxn modelId="{D2B2CE27-7993-4217-BC3C-41E984B6DDAE}" type="presParOf" srcId="{AC90E810-5D68-46CD-AD8B-5C44B671C82C}" destId="{1C0E2BC9-9766-4E64-AA6C-AAB3C2A284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396DEB-D284-423F-8845-4956AD2DB7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E55E38C-3F25-42BA-8850-195BBC208814}">
      <dgm:prSet/>
      <dgm:spPr/>
      <dgm:t>
        <a:bodyPr/>
        <a:lstStyle/>
        <a:p>
          <a:r>
            <a:rPr lang="en-US"/>
            <a:t>An </a:t>
          </a:r>
          <a:r>
            <a:rPr lang="en-US" b="1"/>
            <a:t>AI-powered HR ecosystem</a:t>
          </a:r>
          <a:r>
            <a:rPr lang="en-US"/>
            <a:t> with 3 integrated modules:</a:t>
          </a:r>
        </a:p>
      </dgm:t>
    </dgm:pt>
    <dgm:pt modelId="{D0015A02-2341-42AB-A598-936555C7E76C}" type="parTrans" cxnId="{6EBCAF7F-EFE4-4CF1-A999-093C41047B19}">
      <dgm:prSet/>
      <dgm:spPr/>
      <dgm:t>
        <a:bodyPr/>
        <a:lstStyle/>
        <a:p>
          <a:endParaRPr lang="en-US"/>
        </a:p>
      </dgm:t>
    </dgm:pt>
    <dgm:pt modelId="{FD200B0E-4921-406D-BBC1-735EE466EB4B}" type="sibTrans" cxnId="{6EBCAF7F-EFE4-4CF1-A999-093C41047B19}">
      <dgm:prSet/>
      <dgm:spPr/>
      <dgm:t>
        <a:bodyPr/>
        <a:lstStyle/>
        <a:p>
          <a:endParaRPr lang="en-US"/>
        </a:p>
      </dgm:t>
    </dgm:pt>
    <dgm:pt modelId="{7E0501D7-C49A-41E7-9FB8-22740470D364}">
      <dgm:prSet/>
      <dgm:spPr/>
      <dgm:t>
        <a:bodyPr/>
        <a:lstStyle/>
        <a:p>
          <a:r>
            <a:rPr lang="en-US"/>
            <a:t>🤖 </a:t>
          </a:r>
          <a:r>
            <a:rPr lang="en-US" b="1"/>
            <a:t>HR Chatbot</a:t>
          </a:r>
          <a:r>
            <a:rPr lang="en-US"/>
            <a:t> – Handles employee HR queries automatically.</a:t>
          </a:r>
        </a:p>
      </dgm:t>
    </dgm:pt>
    <dgm:pt modelId="{9312B816-CD16-48C3-83D6-40D9BA3CFEF6}" type="parTrans" cxnId="{D67F7B9F-48A0-46EB-828D-425F2FB224E6}">
      <dgm:prSet/>
      <dgm:spPr/>
      <dgm:t>
        <a:bodyPr/>
        <a:lstStyle/>
        <a:p>
          <a:endParaRPr lang="en-US"/>
        </a:p>
      </dgm:t>
    </dgm:pt>
    <dgm:pt modelId="{079DF914-C4BC-42DC-9534-7617E9E9B42A}" type="sibTrans" cxnId="{D67F7B9F-48A0-46EB-828D-425F2FB224E6}">
      <dgm:prSet/>
      <dgm:spPr/>
      <dgm:t>
        <a:bodyPr/>
        <a:lstStyle/>
        <a:p>
          <a:endParaRPr lang="en-US"/>
        </a:p>
      </dgm:t>
    </dgm:pt>
    <dgm:pt modelId="{81007D3F-171A-4BC2-9BCD-54DBA6086C2A}">
      <dgm:prSet/>
      <dgm:spPr/>
      <dgm:t>
        <a:bodyPr/>
        <a:lstStyle/>
        <a:p>
          <a:r>
            <a:rPr lang="en-US" dirty="0"/>
            <a:t>💼 </a:t>
          </a:r>
          <a:r>
            <a:rPr lang="en-US" b="1" dirty="0"/>
            <a:t>HR Hiring Assistant</a:t>
          </a:r>
          <a:r>
            <a:rPr lang="en-US" dirty="0"/>
            <a:t> – Intelligent resume filter + Telephonic interview bot.</a:t>
          </a:r>
        </a:p>
      </dgm:t>
    </dgm:pt>
    <dgm:pt modelId="{61354996-9B9E-45F6-A961-206E290ACE22}" type="parTrans" cxnId="{56AEEEE8-F0A2-4067-83E5-79ADAFADF263}">
      <dgm:prSet/>
      <dgm:spPr/>
      <dgm:t>
        <a:bodyPr/>
        <a:lstStyle/>
        <a:p>
          <a:endParaRPr lang="en-US"/>
        </a:p>
      </dgm:t>
    </dgm:pt>
    <dgm:pt modelId="{F4938314-2128-42D0-9B29-8A94B5A27201}" type="sibTrans" cxnId="{56AEEEE8-F0A2-4067-83E5-79ADAFADF263}">
      <dgm:prSet/>
      <dgm:spPr/>
      <dgm:t>
        <a:bodyPr/>
        <a:lstStyle/>
        <a:p>
          <a:endParaRPr lang="en-US"/>
        </a:p>
      </dgm:t>
    </dgm:pt>
    <dgm:pt modelId="{69E61410-97DC-4E0C-9EBC-416F74164E19}">
      <dgm:prSet/>
      <dgm:spPr/>
      <dgm:t>
        <a:bodyPr/>
        <a:lstStyle/>
        <a:p>
          <a:r>
            <a:rPr lang="en-US" dirty="0"/>
            <a:t>📊 </a:t>
          </a:r>
          <a:r>
            <a:rPr lang="en-US" b="1" dirty="0"/>
            <a:t>HR Analytics Module</a:t>
          </a:r>
          <a:r>
            <a:rPr lang="en-US" dirty="0"/>
            <a:t> – Real-time HR performance &amp; sentiment insights.</a:t>
          </a:r>
        </a:p>
      </dgm:t>
    </dgm:pt>
    <dgm:pt modelId="{45F56E93-E699-49DB-A22D-5BCEDCB3AAB2}" type="parTrans" cxnId="{746E985B-3666-4687-87A2-6FCEC7B05997}">
      <dgm:prSet/>
      <dgm:spPr/>
      <dgm:t>
        <a:bodyPr/>
        <a:lstStyle/>
        <a:p>
          <a:endParaRPr lang="en-US"/>
        </a:p>
      </dgm:t>
    </dgm:pt>
    <dgm:pt modelId="{C4F583C7-FCB4-4160-9DDA-4C119396CC31}" type="sibTrans" cxnId="{746E985B-3666-4687-87A2-6FCEC7B05997}">
      <dgm:prSet/>
      <dgm:spPr/>
      <dgm:t>
        <a:bodyPr/>
        <a:lstStyle/>
        <a:p>
          <a:endParaRPr lang="en-US"/>
        </a:p>
      </dgm:t>
    </dgm:pt>
    <dgm:pt modelId="{3ED12C2F-8E82-4A8E-97FD-1B025ADED0F5}" type="pres">
      <dgm:prSet presAssocID="{7B396DEB-D284-423F-8845-4956AD2DB7C8}" presName="root" presStyleCnt="0">
        <dgm:presLayoutVars>
          <dgm:dir/>
          <dgm:resizeHandles val="exact"/>
        </dgm:presLayoutVars>
      </dgm:prSet>
      <dgm:spPr/>
    </dgm:pt>
    <dgm:pt modelId="{F71E6EB9-5E3C-4C65-A309-C2BB750D7781}" type="pres">
      <dgm:prSet presAssocID="{EE55E38C-3F25-42BA-8850-195BBC208814}" presName="compNode" presStyleCnt="0"/>
      <dgm:spPr/>
    </dgm:pt>
    <dgm:pt modelId="{C8E46E7C-C225-48A5-8F15-88DB03BD3047}" type="pres">
      <dgm:prSet presAssocID="{EE55E38C-3F25-42BA-8850-195BBC208814}" presName="bgRect" presStyleLbl="bgShp" presStyleIdx="0" presStyleCnt="4"/>
      <dgm:spPr/>
    </dgm:pt>
    <dgm:pt modelId="{4229F8A3-1B6B-4BBE-83A0-9253FE305824}" type="pres">
      <dgm:prSet presAssocID="{EE55E38C-3F25-42BA-8850-195BBC2088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E0A123-910C-4611-82C4-44E2A1F7F506}" type="pres">
      <dgm:prSet presAssocID="{EE55E38C-3F25-42BA-8850-195BBC208814}" presName="spaceRect" presStyleCnt="0"/>
      <dgm:spPr/>
    </dgm:pt>
    <dgm:pt modelId="{2B6634E1-F0D6-4F4B-8911-7D495B2DD600}" type="pres">
      <dgm:prSet presAssocID="{EE55E38C-3F25-42BA-8850-195BBC208814}" presName="parTx" presStyleLbl="revTx" presStyleIdx="0" presStyleCnt="4">
        <dgm:presLayoutVars>
          <dgm:chMax val="0"/>
          <dgm:chPref val="0"/>
        </dgm:presLayoutVars>
      </dgm:prSet>
      <dgm:spPr/>
    </dgm:pt>
    <dgm:pt modelId="{6BB299B1-02A2-49F3-AC22-F6FA212C7183}" type="pres">
      <dgm:prSet presAssocID="{FD200B0E-4921-406D-BBC1-735EE466EB4B}" presName="sibTrans" presStyleCnt="0"/>
      <dgm:spPr/>
    </dgm:pt>
    <dgm:pt modelId="{74E37D9A-388B-4686-B2E4-90BF613A5F3E}" type="pres">
      <dgm:prSet presAssocID="{7E0501D7-C49A-41E7-9FB8-22740470D364}" presName="compNode" presStyleCnt="0"/>
      <dgm:spPr/>
    </dgm:pt>
    <dgm:pt modelId="{0BDDAAE9-2FBC-413A-A462-81F155F89810}" type="pres">
      <dgm:prSet presAssocID="{7E0501D7-C49A-41E7-9FB8-22740470D364}" presName="bgRect" presStyleLbl="bgShp" presStyleIdx="1" presStyleCnt="4"/>
      <dgm:spPr/>
    </dgm:pt>
    <dgm:pt modelId="{E0A4C94D-A6A3-431D-B6E3-63944EFC4EEC}" type="pres">
      <dgm:prSet presAssocID="{7E0501D7-C49A-41E7-9FB8-22740470D3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4520B42-E068-4A6D-B274-BB73D392FDC2}" type="pres">
      <dgm:prSet presAssocID="{7E0501D7-C49A-41E7-9FB8-22740470D364}" presName="spaceRect" presStyleCnt="0"/>
      <dgm:spPr/>
    </dgm:pt>
    <dgm:pt modelId="{DC31B907-85EF-4DA3-B198-1FE4F54958F9}" type="pres">
      <dgm:prSet presAssocID="{7E0501D7-C49A-41E7-9FB8-22740470D364}" presName="parTx" presStyleLbl="revTx" presStyleIdx="1" presStyleCnt="4">
        <dgm:presLayoutVars>
          <dgm:chMax val="0"/>
          <dgm:chPref val="0"/>
        </dgm:presLayoutVars>
      </dgm:prSet>
      <dgm:spPr/>
    </dgm:pt>
    <dgm:pt modelId="{93E6510C-8DED-4F19-B959-468CE4B544D0}" type="pres">
      <dgm:prSet presAssocID="{079DF914-C4BC-42DC-9534-7617E9E9B42A}" presName="sibTrans" presStyleCnt="0"/>
      <dgm:spPr/>
    </dgm:pt>
    <dgm:pt modelId="{825907F3-F426-427C-A35D-6443DFFE915B}" type="pres">
      <dgm:prSet presAssocID="{81007D3F-171A-4BC2-9BCD-54DBA6086C2A}" presName="compNode" presStyleCnt="0"/>
      <dgm:spPr/>
    </dgm:pt>
    <dgm:pt modelId="{A4648897-DFB6-4D78-84E8-4E69CEA57B0F}" type="pres">
      <dgm:prSet presAssocID="{81007D3F-171A-4BC2-9BCD-54DBA6086C2A}" presName="bgRect" presStyleLbl="bgShp" presStyleIdx="2" presStyleCnt="4"/>
      <dgm:spPr/>
    </dgm:pt>
    <dgm:pt modelId="{6D103A97-9955-4CE5-97FC-9F79F0B84646}" type="pres">
      <dgm:prSet presAssocID="{81007D3F-171A-4BC2-9BCD-54DBA6086C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08E7B3D-1DE5-4B24-ADF4-419CD4B317A5}" type="pres">
      <dgm:prSet presAssocID="{81007D3F-171A-4BC2-9BCD-54DBA6086C2A}" presName="spaceRect" presStyleCnt="0"/>
      <dgm:spPr/>
    </dgm:pt>
    <dgm:pt modelId="{1241DD15-E9F4-4016-AD03-093FFD77C0FC}" type="pres">
      <dgm:prSet presAssocID="{81007D3F-171A-4BC2-9BCD-54DBA6086C2A}" presName="parTx" presStyleLbl="revTx" presStyleIdx="2" presStyleCnt="4">
        <dgm:presLayoutVars>
          <dgm:chMax val="0"/>
          <dgm:chPref val="0"/>
        </dgm:presLayoutVars>
      </dgm:prSet>
      <dgm:spPr/>
    </dgm:pt>
    <dgm:pt modelId="{968A4345-24B7-4BAD-B8E5-D3DD9DFE10AF}" type="pres">
      <dgm:prSet presAssocID="{F4938314-2128-42D0-9B29-8A94B5A27201}" presName="sibTrans" presStyleCnt="0"/>
      <dgm:spPr/>
    </dgm:pt>
    <dgm:pt modelId="{B3832CE6-4CC2-40AE-A458-00395B14C03C}" type="pres">
      <dgm:prSet presAssocID="{69E61410-97DC-4E0C-9EBC-416F74164E19}" presName="compNode" presStyleCnt="0"/>
      <dgm:spPr/>
    </dgm:pt>
    <dgm:pt modelId="{D4033575-E611-478E-A2FE-E0EDF10C442B}" type="pres">
      <dgm:prSet presAssocID="{69E61410-97DC-4E0C-9EBC-416F74164E19}" presName="bgRect" presStyleLbl="bgShp" presStyleIdx="3" presStyleCnt="4"/>
      <dgm:spPr/>
    </dgm:pt>
    <dgm:pt modelId="{F9C268CC-07E5-43DA-BC0A-7E12CE519826}" type="pres">
      <dgm:prSet presAssocID="{69E61410-97DC-4E0C-9EBC-416F74164E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B66F550-482A-4C15-9D64-129E77C0AD05}" type="pres">
      <dgm:prSet presAssocID="{69E61410-97DC-4E0C-9EBC-416F74164E19}" presName="spaceRect" presStyleCnt="0"/>
      <dgm:spPr/>
    </dgm:pt>
    <dgm:pt modelId="{72D15DC8-CF2E-4224-8198-EB9B9E727B94}" type="pres">
      <dgm:prSet presAssocID="{69E61410-97DC-4E0C-9EBC-416F74164E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FA1C90A-96E0-48C4-B911-D927AFE8DAEE}" type="presOf" srcId="{EE55E38C-3F25-42BA-8850-195BBC208814}" destId="{2B6634E1-F0D6-4F4B-8911-7D495B2DD600}" srcOrd="0" destOrd="0" presId="urn:microsoft.com/office/officeart/2018/2/layout/IconVerticalSolidList"/>
    <dgm:cxn modelId="{8B461023-CE98-477C-9771-DF81CFD4B637}" type="presOf" srcId="{81007D3F-171A-4BC2-9BCD-54DBA6086C2A}" destId="{1241DD15-E9F4-4016-AD03-093FFD77C0FC}" srcOrd="0" destOrd="0" presId="urn:microsoft.com/office/officeart/2018/2/layout/IconVerticalSolidList"/>
    <dgm:cxn modelId="{6DDD7039-F265-45C4-8435-F2F38D488576}" type="presOf" srcId="{7E0501D7-C49A-41E7-9FB8-22740470D364}" destId="{DC31B907-85EF-4DA3-B198-1FE4F54958F9}" srcOrd="0" destOrd="0" presId="urn:microsoft.com/office/officeart/2018/2/layout/IconVerticalSolidList"/>
    <dgm:cxn modelId="{746E985B-3666-4687-87A2-6FCEC7B05997}" srcId="{7B396DEB-D284-423F-8845-4956AD2DB7C8}" destId="{69E61410-97DC-4E0C-9EBC-416F74164E19}" srcOrd="3" destOrd="0" parTransId="{45F56E93-E699-49DB-A22D-5BCEDCB3AAB2}" sibTransId="{C4F583C7-FCB4-4160-9DDA-4C119396CC31}"/>
    <dgm:cxn modelId="{C3015A78-1756-4CC0-AB64-A9A5F17661A4}" type="presOf" srcId="{69E61410-97DC-4E0C-9EBC-416F74164E19}" destId="{72D15DC8-CF2E-4224-8198-EB9B9E727B94}" srcOrd="0" destOrd="0" presId="urn:microsoft.com/office/officeart/2018/2/layout/IconVerticalSolidList"/>
    <dgm:cxn modelId="{6EBCAF7F-EFE4-4CF1-A999-093C41047B19}" srcId="{7B396DEB-D284-423F-8845-4956AD2DB7C8}" destId="{EE55E38C-3F25-42BA-8850-195BBC208814}" srcOrd="0" destOrd="0" parTransId="{D0015A02-2341-42AB-A598-936555C7E76C}" sibTransId="{FD200B0E-4921-406D-BBC1-735EE466EB4B}"/>
    <dgm:cxn modelId="{D67F7B9F-48A0-46EB-828D-425F2FB224E6}" srcId="{7B396DEB-D284-423F-8845-4956AD2DB7C8}" destId="{7E0501D7-C49A-41E7-9FB8-22740470D364}" srcOrd="1" destOrd="0" parTransId="{9312B816-CD16-48C3-83D6-40D9BA3CFEF6}" sibTransId="{079DF914-C4BC-42DC-9534-7617E9E9B42A}"/>
    <dgm:cxn modelId="{0D8AE4A0-ED2C-4227-9309-A31325E34C53}" type="presOf" srcId="{7B396DEB-D284-423F-8845-4956AD2DB7C8}" destId="{3ED12C2F-8E82-4A8E-97FD-1B025ADED0F5}" srcOrd="0" destOrd="0" presId="urn:microsoft.com/office/officeart/2018/2/layout/IconVerticalSolidList"/>
    <dgm:cxn modelId="{56AEEEE8-F0A2-4067-83E5-79ADAFADF263}" srcId="{7B396DEB-D284-423F-8845-4956AD2DB7C8}" destId="{81007D3F-171A-4BC2-9BCD-54DBA6086C2A}" srcOrd="2" destOrd="0" parTransId="{61354996-9B9E-45F6-A961-206E290ACE22}" sibTransId="{F4938314-2128-42D0-9B29-8A94B5A27201}"/>
    <dgm:cxn modelId="{13FF42B8-AF51-4241-B90F-AB34E659A97E}" type="presParOf" srcId="{3ED12C2F-8E82-4A8E-97FD-1B025ADED0F5}" destId="{F71E6EB9-5E3C-4C65-A309-C2BB750D7781}" srcOrd="0" destOrd="0" presId="urn:microsoft.com/office/officeart/2018/2/layout/IconVerticalSolidList"/>
    <dgm:cxn modelId="{F4E2C644-CFE7-4C75-867B-C481A36C6BFF}" type="presParOf" srcId="{F71E6EB9-5E3C-4C65-A309-C2BB750D7781}" destId="{C8E46E7C-C225-48A5-8F15-88DB03BD3047}" srcOrd="0" destOrd="0" presId="urn:microsoft.com/office/officeart/2018/2/layout/IconVerticalSolidList"/>
    <dgm:cxn modelId="{022ACC38-20ED-4365-A06C-48CCD26A78C0}" type="presParOf" srcId="{F71E6EB9-5E3C-4C65-A309-C2BB750D7781}" destId="{4229F8A3-1B6B-4BBE-83A0-9253FE305824}" srcOrd="1" destOrd="0" presId="urn:microsoft.com/office/officeart/2018/2/layout/IconVerticalSolidList"/>
    <dgm:cxn modelId="{22449FA7-82E9-44B8-90BE-34E9C2841059}" type="presParOf" srcId="{F71E6EB9-5E3C-4C65-A309-C2BB750D7781}" destId="{26E0A123-910C-4611-82C4-44E2A1F7F506}" srcOrd="2" destOrd="0" presId="urn:microsoft.com/office/officeart/2018/2/layout/IconVerticalSolidList"/>
    <dgm:cxn modelId="{078CC756-59F2-4D8D-951D-7CC063593B83}" type="presParOf" srcId="{F71E6EB9-5E3C-4C65-A309-C2BB750D7781}" destId="{2B6634E1-F0D6-4F4B-8911-7D495B2DD600}" srcOrd="3" destOrd="0" presId="urn:microsoft.com/office/officeart/2018/2/layout/IconVerticalSolidList"/>
    <dgm:cxn modelId="{9D02F574-E3FF-4744-9565-B15ED0B61690}" type="presParOf" srcId="{3ED12C2F-8E82-4A8E-97FD-1B025ADED0F5}" destId="{6BB299B1-02A2-49F3-AC22-F6FA212C7183}" srcOrd="1" destOrd="0" presId="urn:microsoft.com/office/officeart/2018/2/layout/IconVerticalSolidList"/>
    <dgm:cxn modelId="{EE9C413D-1F4D-4C41-8C11-99A0E41D5D61}" type="presParOf" srcId="{3ED12C2F-8E82-4A8E-97FD-1B025ADED0F5}" destId="{74E37D9A-388B-4686-B2E4-90BF613A5F3E}" srcOrd="2" destOrd="0" presId="urn:microsoft.com/office/officeart/2018/2/layout/IconVerticalSolidList"/>
    <dgm:cxn modelId="{5E488EEB-9EEB-4DEE-9C61-1E138DD48E87}" type="presParOf" srcId="{74E37D9A-388B-4686-B2E4-90BF613A5F3E}" destId="{0BDDAAE9-2FBC-413A-A462-81F155F89810}" srcOrd="0" destOrd="0" presId="urn:microsoft.com/office/officeart/2018/2/layout/IconVerticalSolidList"/>
    <dgm:cxn modelId="{1F703FA2-DDD3-4ABF-B3B4-885E77557410}" type="presParOf" srcId="{74E37D9A-388B-4686-B2E4-90BF613A5F3E}" destId="{E0A4C94D-A6A3-431D-B6E3-63944EFC4EEC}" srcOrd="1" destOrd="0" presId="urn:microsoft.com/office/officeart/2018/2/layout/IconVerticalSolidList"/>
    <dgm:cxn modelId="{30B6A350-286F-460D-9C09-A921E17B797C}" type="presParOf" srcId="{74E37D9A-388B-4686-B2E4-90BF613A5F3E}" destId="{B4520B42-E068-4A6D-B274-BB73D392FDC2}" srcOrd="2" destOrd="0" presId="urn:microsoft.com/office/officeart/2018/2/layout/IconVerticalSolidList"/>
    <dgm:cxn modelId="{AC24BD7A-1AA4-4D75-BFAB-09A62C7041F7}" type="presParOf" srcId="{74E37D9A-388B-4686-B2E4-90BF613A5F3E}" destId="{DC31B907-85EF-4DA3-B198-1FE4F54958F9}" srcOrd="3" destOrd="0" presId="urn:microsoft.com/office/officeart/2018/2/layout/IconVerticalSolidList"/>
    <dgm:cxn modelId="{E6CFF25E-C302-4258-8C1E-C251F40517D4}" type="presParOf" srcId="{3ED12C2F-8E82-4A8E-97FD-1B025ADED0F5}" destId="{93E6510C-8DED-4F19-B959-468CE4B544D0}" srcOrd="3" destOrd="0" presId="urn:microsoft.com/office/officeart/2018/2/layout/IconVerticalSolidList"/>
    <dgm:cxn modelId="{6EC94397-4953-496A-9E21-2D37E8FB32ED}" type="presParOf" srcId="{3ED12C2F-8E82-4A8E-97FD-1B025ADED0F5}" destId="{825907F3-F426-427C-A35D-6443DFFE915B}" srcOrd="4" destOrd="0" presId="urn:microsoft.com/office/officeart/2018/2/layout/IconVerticalSolidList"/>
    <dgm:cxn modelId="{E0573553-EC16-4DBD-ABE9-100AC001D73C}" type="presParOf" srcId="{825907F3-F426-427C-A35D-6443DFFE915B}" destId="{A4648897-DFB6-4D78-84E8-4E69CEA57B0F}" srcOrd="0" destOrd="0" presId="urn:microsoft.com/office/officeart/2018/2/layout/IconVerticalSolidList"/>
    <dgm:cxn modelId="{F0D2C324-F0FC-4D32-BAFB-27D8E0BE60EB}" type="presParOf" srcId="{825907F3-F426-427C-A35D-6443DFFE915B}" destId="{6D103A97-9955-4CE5-97FC-9F79F0B84646}" srcOrd="1" destOrd="0" presId="urn:microsoft.com/office/officeart/2018/2/layout/IconVerticalSolidList"/>
    <dgm:cxn modelId="{A505BF4C-0DAB-411C-991A-931CED3376A2}" type="presParOf" srcId="{825907F3-F426-427C-A35D-6443DFFE915B}" destId="{F08E7B3D-1DE5-4B24-ADF4-419CD4B317A5}" srcOrd="2" destOrd="0" presId="urn:microsoft.com/office/officeart/2018/2/layout/IconVerticalSolidList"/>
    <dgm:cxn modelId="{7E7D0728-1129-4489-8A71-7E5956F17AC4}" type="presParOf" srcId="{825907F3-F426-427C-A35D-6443DFFE915B}" destId="{1241DD15-E9F4-4016-AD03-093FFD77C0FC}" srcOrd="3" destOrd="0" presId="urn:microsoft.com/office/officeart/2018/2/layout/IconVerticalSolidList"/>
    <dgm:cxn modelId="{D221A628-7C5B-4CBC-B627-6EA836AC3D66}" type="presParOf" srcId="{3ED12C2F-8E82-4A8E-97FD-1B025ADED0F5}" destId="{968A4345-24B7-4BAD-B8E5-D3DD9DFE10AF}" srcOrd="5" destOrd="0" presId="urn:microsoft.com/office/officeart/2018/2/layout/IconVerticalSolidList"/>
    <dgm:cxn modelId="{8A5136D8-A764-415E-A981-4B24A2756A8B}" type="presParOf" srcId="{3ED12C2F-8E82-4A8E-97FD-1B025ADED0F5}" destId="{B3832CE6-4CC2-40AE-A458-00395B14C03C}" srcOrd="6" destOrd="0" presId="urn:microsoft.com/office/officeart/2018/2/layout/IconVerticalSolidList"/>
    <dgm:cxn modelId="{28E2B235-779E-4C24-B333-0F380B0C16AD}" type="presParOf" srcId="{B3832CE6-4CC2-40AE-A458-00395B14C03C}" destId="{D4033575-E611-478E-A2FE-E0EDF10C442B}" srcOrd="0" destOrd="0" presId="urn:microsoft.com/office/officeart/2018/2/layout/IconVerticalSolidList"/>
    <dgm:cxn modelId="{8982752E-820F-4F71-8645-3C33E35A1275}" type="presParOf" srcId="{B3832CE6-4CC2-40AE-A458-00395B14C03C}" destId="{F9C268CC-07E5-43DA-BC0A-7E12CE519826}" srcOrd="1" destOrd="0" presId="urn:microsoft.com/office/officeart/2018/2/layout/IconVerticalSolidList"/>
    <dgm:cxn modelId="{DD7ADDC1-B87B-4C63-BBAF-B653D00C346C}" type="presParOf" srcId="{B3832CE6-4CC2-40AE-A458-00395B14C03C}" destId="{1B66F550-482A-4C15-9D64-129E77C0AD05}" srcOrd="2" destOrd="0" presId="urn:microsoft.com/office/officeart/2018/2/layout/IconVerticalSolidList"/>
    <dgm:cxn modelId="{4D46AF70-7F55-4B77-96BD-81E741C45AF0}" type="presParOf" srcId="{B3832CE6-4CC2-40AE-A458-00395B14C03C}" destId="{72D15DC8-CF2E-4224-8198-EB9B9E727B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063CB0-9537-4B12-8056-C278D37846E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46E15B8-1257-4C92-9542-575C483AA3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Domain-aware and contextually accurate responses.</a:t>
          </a:r>
        </a:p>
      </dgm:t>
    </dgm:pt>
    <dgm:pt modelId="{5DA91125-42C3-47C7-A019-DC0B219B898E}" type="parTrans" cxnId="{D72CCC99-0BAC-4EDE-8BC8-4796A6FF0415}">
      <dgm:prSet/>
      <dgm:spPr/>
      <dgm:t>
        <a:bodyPr/>
        <a:lstStyle/>
        <a:p>
          <a:endParaRPr lang="en-US"/>
        </a:p>
      </dgm:t>
    </dgm:pt>
    <dgm:pt modelId="{B9D9B589-151E-492C-A630-994C19904BF9}" type="sibTrans" cxnId="{D72CCC99-0BAC-4EDE-8BC8-4796A6FF0415}">
      <dgm:prSet/>
      <dgm:spPr/>
      <dgm:t>
        <a:bodyPr/>
        <a:lstStyle/>
        <a:p>
          <a:endParaRPr lang="en-US"/>
        </a:p>
      </dgm:t>
    </dgm:pt>
    <dgm:pt modelId="{A06E6AF1-4C04-44EE-9EDF-4C57549EFE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Provides </a:t>
          </a:r>
          <a:r>
            <a:rPr lang="en-US" b="1" dirty="0"/>
            <a:t>accurate, real-time responses</a:t>
          </a:r>
          <a:r>
            <a:rPr lang="en-US" dirty="0"/>
            <a:t> from internal HR documents &amp; systems.</a:t>
          </a:r>
        </a:p>
      </dgm:t>
    </dgm:pt>
    <dgm:pt modelId="{29B97D70-839D-48E2-B4B1-00EA6041FF0A}" type="parTrans" cxnId="{838BE74C-55DA-429B-AEE8-C35A27D87BE5}">
      <dgm:prSet/>
      <dgm:spPr/>
      <dgm:t>
        <a:bodyPr/>
        <a:lstStyle/>
        <a:p>
          <a:endParaRPr lang="en-US"/>
        </a:p>
      </dgm:t>
    </dgm:pt>
    <dgm:pt modelId="{BE605D12-0964-41CB-B0D0-9AF2C2984D56}" type="sibTrans" cxnId="{838BE74C-55DA-429B-AEE8-C35A27D87BE5}">
      <dgm:prSet/>
      <dgm:spPr/>
      <dgm:t>
        <a:bodyPr/>
        <a:lstStyle/>
        <a:p>
          <a:endParaRPr lang="en-US"/>
        </a:p>
      </dgm:t>
    </dgm:pt>
    <dgm:pt modelId="{33965E54-7B83-4AE8-B613-B7A6147B1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Consistent style </a:t>
          </a:r>
          <a:r>
            <a:rPr lang="en-US" dirty="0"/>
            <a:t>and reduced </a:t>
          </a:r>
          <a:r>
            <a:rPr lang="en-US" b="1" dirty="0"/>
            <a:t>hallucinations</a:t>
          </a:r>
        </a:p>
      </dgm:t>
    </dgm:pt>
    <dgm:pt modelId="{CB569E84-5B79-4709-B1A2-31F97E7E3B77}" type="parTrans" cxnId="{3E3677CE-A68E-4D0F-9597-39CB44EC6EF4}">
      <dgm:prSet/>
      <dgm:spPr/>
      <dgm:t>
        <a:bodyPr/>
        <a:lstStyle/>
        <a:p>
          <a:endParaRPr lang="en-US"/>
        </a:p>
      </dgm:t>
    </dgm:pt>
    <dgm:pt modelId="{DAC010E5-AB33-4DEB-8A0E-080E02D96CE6}" type="sibTrans" cxnId="{3E3677CE-A68E-4D0F-9597-39CB44EC6EF4}">
      <dgm:prSet/>
      <dgm:spPr/>
      <dgm:t>
        <a:bodyPr/>
        <a:lstStyle/>
        <a:p>
          <a:endParaRPr lang="en-US"/>
        </a:p>
      </dgm:t>
    </dgm:pt>
    <dgm:pt modelId="{F3A105B0-8A2E-482F-B4BC-C3D0C0BAB2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Integrates with analytics, ticketing, and notification systems.</a:t>
          </a:r>
        </a:p>
      </dgm:t>
    </dgm:pt>
    <dgm:pt modelId="{E0BBED29-3959-43B5-899B-3B4C9B73B1E2}" type="parTrans" cxnId="{5EAAE245-DBD5-4F62-8A61-7A20C3ED19CF}">
      <dgm:prSet/>
      <dgm:spPr/>
      <dgm:t>
        <a:bodyPr/>
        <a:lstStyle/>
        <a:p>
          <a:endParaRPr lang="en-US"/>
        </a:p>
      </dgm:t>
    </dgm:pt>
    <dgm:pt modelId="{901F0B83-5B70-4D15-8DEE-F73F34EE678C}" type="sibTrans" cxnId="{5EAAE245-DBD5-4F62-8A61-7A20C3ED19CF}">
      <dgm:prSet/>
      <dgm:spPr/>
      <dgm:t>
        <a:bodyPr/>
        <a:lstStyle/>
        <a:p>
          <a:endParaRPr lang="en-US"/>
        </a:p>
      </dgm:t>
    </dgm:pt>
    <dgm:pt modelId="{027BFF34-CD8B-4DEA-9BAD-6D398CA7A2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RAG + Fined Tuned model. </a:t>
          </a:r>
          <a:endParaRPr lang="en-US" dirty="0"/>
        </a:p>
      </dgm:t>
    </dgm:pt>
    <dgm:pt modelId="{5BEF74A7-49A7-4E4C-BAAB-1D795B51BFB0}" type="parTrans" cxnId="{AA3D7B08-B214-47F4-8EB3-C555535F3945}">
      <dgm:prSet/>
      <dgm:spPr/>
      <dgm:t>
        <a:bodyPr/>
        <a:lstStyle/>
        <a:p>
          <a:endParaRPr lang="en-US"/>
        </a:p>
      </dgm:t>
    </dgm:pt>
    <dgm:pt modelId="{8C4F72C7-4C70-4D62-9C83-F8124D487BE8}" type="sibTrans" cxnId="{AA3D7B08-B214-47F4-8EB3-C555535F3945}">
      <dgm:prSet/>
      <dgm:spPr/>
      <dgm:t>
        <a:bodyPr/>
        <a:lstStyle/>
        <a:p>
          <a:endParaRPr lang="en-US"/>
        </a:p>
      </dgm:t>
    </dgm:pt>
    <dgm:pt modelId="{7CF4F555-C134-48CA-9BF7-939E77F8724A}" type="pres">
      <dgm:prSet presAssocID="{C8063CB0-9537-4B12-8056-C278D37846EB}" presName="root" presStyleCnt="0">
        <dgm:presLayoutVars>
          <dgm:dir/>
          <dgm:resizeHandles val="exact"/>
        </dgm:presLayoutVars>
      </dgm:prSet>
      <dgm:spPr/>
    </dgm:pt>
    <dgm:pt modelId="{B0BF68ED-E300-4E50-9EEE-4B4C440C556C}" type="pres">
      <dgm:prSet presAssocID="{027BFF34-CD8B-4DEA-9BAD-6D398CA7A27C}" presName="compNode" presStyleCnt="0"/>
      <dgm:spPr/>
    </dgm:pt>
    <dgm:pt modelId="{7122DD90-42F4-473F-BE7D-716CD5F36A1C}" type="pres">
      <dgm:prSet presAssocID="{027BFF34-CD8B-4DEA-9BAD-6D398CA7A27C}" presName="bgRect" presStyleLbl="bgShp" presStyleIdx="0" presStyleCnt="5"/>
      <dgm:spPr/>
    </dgm:pt>
    <dgm:pt modelId="{D034E0A7-F70B-4E5E-A853-3253F6BF39F1}" type="pres">
      <dgm:prSet presAssocID="{027BFF34-CD8B-4DEA-9BAD-6D398CA7A27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9AC9AEF-DC31-4C2D-B861-EB60FA3A52CF}" type="pres">
      <dgm:prSet presAssocID="{027BFF34-CD8B-4DEA-9BAD-6D398CA7A27C}" presName="spaceRect" presStyleCnt="0"/>
      <dgm:spPr/>
    </dgm:pt>
    <dgm:pt modelId="{C40EEB1D-FCE0-4E7C-AA0E-78A7FB2F6C73}" type="pres">
      <dgm:prSet presAssocID="{027BFF34-CD8B-4DEA-9BAD-6D398CA7A27C}" presName="parTx" presStyleLbl="revTx" presStyleIdx="0" presStyleCnt="5">
        <dgm:presLayoutVars>
          <dgm:chMax val="0"/>
          <dgm:chPref val="0"/>
        </dgm:presLayoutVars>
      </dgm:prSet>
      <dgm:spPr/>
    </dgm:pt>
    <dgm:pt modelId="{0A07B44E-FD02-4A69-B1B4-8467859B5CFB}" type="pres">
      <dgm:prSet presAssocID="{8C4F72C7-4C70-4D62-9C83-F8124D487BE8}" presName="sibTrans" presStyleCnt="0"/>
      <dgm:spPr/>
    </dgm:pt>
    <dgm:pt modelId="{BC8D5EE7-F4A6-4CAC-8DAC-7D8DB5A95CBB}" type="pres">
      <dgm:prSet presAssocID="{946E15B8-1257-4C92-9542-575C483AA359}" presName="compNode" presStyleCnt="0"/>
      <dgm:spPr/>
    </dgm:pt>
    <dgm:pt modelId="{0736251D-3720-4058-8244-C42C8A7E6F68}" type="pres">
      <dgm:prSet presAssocID="{946E15B8-1257-4C92-9542-575C483AA359}" presName="bgRect" presStyleLbl="bgShp" presStyleIdx="1" presStyleCnt="5"/>
      <dgm:spPr/>
    </dgm:pt>
    <dgm:pt modelId="{E59F29C2-D475-4DCF-87A0-2688F27CF3AA}" type="pres">
      <dgm:prSet presAssocID="{946E15B8-1257-4C92-9542-575C483AA35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062927EB-755A-45BA-879F-6926552CAC8D}" type="pres">
      <dgm:prSet presAssocID="{946E15B8-1257-4C92-9542-575C483AA359}" presName="spaceRect" presStyleCnt="0"/>
      <dgm:spPr/>
    </dgm:pt>
    <dgm:pt modelId="{F3574EDA-E37E-434E-9493-895B9A6488FF}" type="pres">
      <dgm:prSet presAssocID="{946E15B8-1257-4C92-9542-575C483AA359}" presName="parTx" presStyleLbl="revTx" presStyleIdx="1" presStyleCnt="5">
        <dgm:presLayoutVars>
          <dgm:chMax val="0"/>
          <dgm:chPref val="0"/>
        </dgm:presLayoutVars>
      </dgm:prSet>
      <dgm:spPr/>
    </dgm:pt>
    <dgm:pt modelId="{A7A69C4C-FF33-49C9-9A29-E05DC16185F9}" type="pres">
      <dgm:prSet presAssocID="{B9D9B589-151E-492C-A630-994C19904BF9}" presName="sibTrans" presStyleCnt="0"/>
      <dgm:spPr/>
    </dgm:pt>
    <dgm:pt modelId="{787B5B31-B718-48C3-9779-6B30C826B808}" type="pres">
      <dgm:prSet presAssocID="{A06E6AF1-4C04-44EE-9EDF-4C57549EFE8A}" presName="compNode" presStyleCnt="0"/>
      <dgm:spPr/>
    </dgm:pt>
    <dgm:pt modelId="{B42530FA-3A6F-4349-BA9A-68179ECB1883}" type="pres">
      <dgm:prSet presAssocID="{A06E6AF1-4C04-44EE-9EDF-4C57549EFE8A}" presName="bgRect" presStyleLbl="bgShp" presStyleIdx="2" presStyleCnt="5"/>
      <dgm:spPr/>
    </dgm:pt>
    <dgm:pt modelId="{988EED04-5F10-4280-8C6B-BE8324F8A8D4}" type="pres">
      <dgm:prSet presAssocID="{A06E6AF1-4C04-44EE-9EDF-4C57549EFE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FB44376E-0316-439B-86A1-C534C65F4A36}" type="pres">
      <dgm:prSet presAssocID="{A06E6AF1-4C04-44EE-9EDF-4C57549EFE8A}" presName="spaceRect" presStyleCnt="0"/>
      <dgm:spPr/>
    </dgm:pt>
    <dgm:pt modelId="{66ECED91-7783-462C-9A7C-DCEC6BDEA9B0}" type="pres">
      <dgm:prSet presAssocID="{A06E6AF1-4C04-44EE-9EDF-4C57549EFE8A}" presName="parTx" presStyleLbl="revTx" presStyleIdx="2" presStyleCnt="5">
        <dgm:presLayoutVars>
          <dgm:chMax val="0"/>
          <dgm:chPref val="0"/>
        </dgm:presLayoutVars>
      </dgm:prSet>
      <dgm:spPr/>
    </dgm:pt>
    <dgm:pt modelId="{C0BC41B8-FA30-4486-950B-CF92359E9179}" type="pres">
      <dgm:prSet presAssocID="{BE605D12-0964-41CB-B0D0-9AF2C2984D56}" presName="sibTrans" presStyleCnt="0"/>
      <dgm:spPr/>
    </dgm:pt>
    <dgm:pt modelId="{24596491-C4A2-48A1-BD36-3A3E53F69E49}" type="pres">
      <dgm:prSet presAssocID="{33965E54-7B83-4AE8-B613-B7A6147B109E}" presName="compNode" presStyleCnt="0"/>
      <dgm:spPr/>
    </dgm:pt>
    <dgm:pt modelId="{244BB91B-EB6A-4019-BD0C-24B038BAD93B}" type="pres">
      <dgm:prSet presAssocID="{33965E54-7B83-4AE8-B613-B7A6147B109E}" presName="bgRect" presStyleLbl="bgShp" presStyleIdx="3" presStyleCnt="5"/>
      <dgm:spPr/>
    </dgm:pt>
    <dgm:pt modelId="{520F6EAB-FA57-4FBE-82E1-FACDB89270AE}" type="pres">
      <dgm:prSet presAssocID="{33965E54-7B83-4AE8-B613-B7A6147B109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705C9E7B-D69F-4194-BA74-EA083EA98AD6}" type="pres">
      <dgm:prSet presAssocID="{33965E54-7B83-4AE8-B613-B7A6147B109E}" presName="spaceRect" presStyleCnt="0"/>
      <dgm:spPr/>
    </dgm:pt>
    <dgm:pt modelId="{5A92A176-8D1C-452D-930B-63EC0FDBA8CF}" type="pres">
      <dgm:prSet presAssocID="{33965E54-7B83-4AE8-B613-B7A6147B109E}" presName="parTx" presStyleLbl="revTx" presStyleIdx="3" presStyleCnt="5">
        <dgm:presLayoutVars>
          <dgm:chMax val="0"/>
          <dgm:chPref val="0"/>
        </dgm:presLayoutVars>
      </dgm:prSet>
      <dgm:spPr/>
    </dgm:pt>
    <dgm:pt modelId="{6FA55A4A-67F6-4558-8EB3-A8EB868F6D14}" type="pres">
      <dgm:prSet presAssocID="{DAC010E5-AB33-4DEB-8A0E-080E02D96CE6}" presName="sibTrans" presStyleCnt="0"/>
      <dgm:spPr/>
    </dgm:pt>
    <dgm:pt modelId="{99E553E8-E33F-401A-AAF6-00FF63AE7585}" type="pres">
      <dgm:prSet presAssocID="{F3A105B0-8A2E-482F-B4BC-C3D0C0BAB246}" presName="compNode" presStyleCnt="0"/>
      <dgm:spPr/>
    </dgm:pt>
    <dgm:pt modelId="{92D676CB-5202-488F-A3C8-72A582E47666}" type="pres">
      <dgm:prSet presAssocID="{F3A105B0-8A2E-482F-B4BC-C3D0C0BAB246}" presName="bgRect" presStyleLbl="bgShp" presStyleIdx="4" presStyleCnt="5"/>
      <dgm:spPr/>
    </dgm:pt>
    <dgm:pt modelId="{5386A7A0-7101-4DFF-954F-BE955CA3E991}" type="pres">
      <dgm:prSet presAssocID="{F3A105B0-8A2E-482F-B4BC-C3D0C0BAB24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D4DCB28-B8C0-4D7E-A7DA-B198E40D8CAC}" type="pres">
      <dgm:prSet presAssocID="{F3A105B0-8A2E-482F-B4BC-C3D0C0BAB246}" presName="spaceRect" presStyleCnt="0"/>
      <dgm:spPr/>
    </dgm:pt>
    <dgm:pt modelId="{8E35BC79-7029-4355-8AD3-AAFB28BE0601}" type="pres">
      <dgm:prSet presAssocID="{F3A105B0-8A2E-482F-B4BC-C3D0C0BAB24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A3D7B08-B214-47F4-8EB3-C555535F3945}" srcId="{C8063CB0-9537-4B12-8056-C278D37846EB}" destId="{027BFF34-CD8B-4DEA-9BAD-6D398CA7A27C}" srcOrd="0" destOrd="0" parTransId="{5BEF74A7-49A7-4E4C-BAAB-1D795B51BFB0}" sibTransId="{8C4F72C7-4C70-4D62-9C83-F8124D487BE8}"/>
    <dgm:cxn modelId="{6C408B20-5784-487A-9F89-FD2990E94803}" type="presOf" srcId="{027BFF34-CD8B-4DEA-9BAD-6D398CA7A27C}" destId="{C40EEB1D-FCE0-4E7C-AA0E-78A7FB2F6C73}" srcOrd="0" destOrd="0" presId="urn:microsoft.com/office/officeart/2018/2/layout/IconVerticalSolidList"/>
    <dgm:cxn modelId="{5EAAE245-DBD5-4F62-8A61-7A20C3ED19CF}" srcId="{C8063CB0-9537-4B12-8056-C278D37846EB}" destId="{F3A105B0-8A2E-482F-B4BC-C3D0C0BAB246}" srcOrd="4" destOrd="0" parTransId="{E0BBED29-3959-43B5-899B-3B4C9B73B1E2}" sibTransId="{901F0B83-5B70-4D15-8DEE-F73F34EE678C}"/>
    <dgm:cxn modelId="{614E6B67-0F6F-440C-B18E-A6E8D4D033F5}" type="presOf" srcId="{946E15B8-1257-4C92-9542-575C483AA359}" destId="{F3574EDA-E37E-434E-9493-895B9A6488FF}" srcOrd="0" destOrd="0" presId="urn:microsoft.com/office/officeart/2018/2/layout/IconVerticalSolidList"/>
    <dgm:cxn modelId="{838BE74C-55DA-429B-AEE8-C35A27D87BE5}" srcId="{C8063CB0-9537-4B12-8056-C278D37846EB}" destId="{A06E6AF1-4C04-44EE-9EDF-4C57549EFE8A}" srcOrd="2" destOrd="0" parTransId="{29B97D70-839D-48E2-B4B1-00EA6041FF0A}" sibTransId="{BE605D12-0964-41CB-B0D0-9AF2C2984D56}"/>
    <dgm:cxn modelId="{D72CCC99-0BAC-4EDE-8BC8-4796A6FF0415}" srcId="{C8063CB0-9537-4B12-8056-C278D37846EB}" destId="{946E15B8-1257-4C92-9542-575C483AA359}" srcOrd="1" destOrd="0" parTransId="{5DA91125-42C3-47C7-A019-DC0B219B898E}" sibTransId="{B9D9B589-151E-492C-A630-994C19904BF9}"/>
    <dgm:cxn modelId="{2B4EBDA1-3F5C-4D37-9848-BEB5ECADB472}" type="presOf" srcId="{C8063CB0-9537-4B12-8056-C278D37846EB}" destId="{7CF4F555-C134-48CA-9BF7-939E77F8724A}" srcOrd="0" destOrd="0" presId="urn:microsoft.com/office/officeart/2018/2/layout/IconVerticalSolidList"/>
    <dgm:cxn modelId="{8801F5C6-8BC8-4915-BD72-A853AC8490ED}" type="presOf" srcId="{A06E6AF1-4C04-44EE-9EDF-4C57549EFE8A}" destId="{66ECED91-7783-462C-9A7C-DCEC6BDEA9B0}" srcOrd="0" destOrd="0" presId="urn:microsoft.com/office/officeart/2018/2/layout/IconVerticalSolidList"/>
    <dgm:cxn modelId="{3E3677CE-A68E-4D0F-9597-39CB44EC6EF4}" srcId="{C8063CB0-9537-4B12-8056-C278D37846EB}" destId="{33965E54-7B83-4AE8-B613-B7A6147B109E}" srcOrd="3" destOrd="0" parTransId="{CB569E84-5B79-4709-B1A2-31F97E7E3B77}" sibTransId="{DAC010E5-AB33-4DEB-8A0E-080E02D96CE6}"/>
    <dgm:cxn modelId="{9034CDF0-76D9-4966-B2FC-690788256BE3}" type="presOf" srcId="{F3A105B0-8A2E-482F-B4BC-C3D0C0BAB246}" destId="{8E35BC79-7029-4355-8AD3-AAFB28BE0601}" srcOrd="0" destOrd="0" presId="urn:microsoft.com/office/officeart/2018/2/layout/IconVerticalSolidList"/>
    <dgm:cxn modelId="{4C5D8BF7-9A1E-40E4-8D5B-E23F373EAAA2}" type="presOf" srcId="{33965E54-7B83-4AE8-B613-B7A6147B109E}" destId="{5A92A176-8D1C-452D-930B-63EC0FDBA8CF}" srcOrd="0" destOrd="0" presId="urn:microsoft.com/office/officeart/2018/2/layout/IconVerticalSolidList"/>
    <dgm:cxn modelId="{F7D5DD23-8F6B-4A8C-BD0C-0193AA0A57C2}" type="presParOf" srcId="{7CF4F555-C134-48CA-9BF7-939E77F8724A}" destId="{B0BF68ED-E300-4E50-9EEE-4B4C440C556C}" srcOrd="0" destOrd="0" presId="urn:microsoft.com/office/officeart/2018/2/layout/IconVerticalSolidList"/>
    <dgm:cxn modelId="{08AEA56B-204E-4F3D-9D68-D89178F29DD9}" type="presParOf" srcId="{B0BF68ED-E300-4E50-9EEE-4B4C440C556C}" destId="{7122DD90-42F4-473F-BE7D-716CD5F36A1C}" srcOrd="0" destOrd="0" presId="urn:microsoft.com/office/officeart/2018/2/layout/IconVerticalSolidList"/>
    <dgm:cxn modelId="{38400C75-41CE-498E-83BD-74EFC1A3A461}" type="presParOf" srcId="{B0BF68ED-E300-4E50-9EEE-4B4C440C556C}" destId="{D034E0A7-F70B-4E5E-A853-3253F6BF39F1}" srcOrd="1" destOrd="0" presId="urn:microsoft.com/office/officeart/2018/2/layout/IconVerticalSolidList"/>
    <dgm:cxn modelId="{2E3EDF33-D3E3-463F-9F16-AB9EBAECFBFB}" type="presParOf" srcId="{B0BF68ED-E300-4E50-9EEE-4B4C440C556C}" destId="{19AC9AEF-DC31-4C2D-B861-EB60FA3A52CF}" srcOrd="2" destOrd="0" presId="urn:microsoft.com/office/officeart/2018/2/layout/IconVerticalSolidList"/>
    <dgm:cxn modelId="{8C36408D-87CE-42CC-8DEA-6AF0B74CDF3D}" type="presParOf" srcId="{B0BF68ED-E300-4E50-9EEE-4B4C440C556C}" destId="{C40EEB1D-FCE0-4E7C-AA0E-78A7FB2F6C73}" srcOrd="3" destOrd="0" presId="urn:microsoft.com/office/officeart/2018/2/layout/IconVerticalSolidList"/>
    <dgm:cxn modelId="{C46C0CA0-38EB-4D11-BAE3-99FE4CDE07CD}" type="presParOf" srcId="{7CF4F555-C134-48CA-9BF7-939E77F8724A}" destId="{0A07B44E-FD02-4A69-B1B4-8467859B5CFB}" srcOrd="1" destOrd="0" presId="urn:microsoft.com/office/officeart/2018/2/layout/IconVerticalSolidList"/>
    <dgm:cxn modelId="{42F7560A-E8A1-4F4D-8515-702D5BD7C0DB}" type="presParOf" srcId="{7CF4F555-C134-48CA-9BF7-939E77F8724A}" destId="{BC8D5EE7-F4A6-4CAC-8DAC-7D8DB5A95CBB}" srcOrd="2" destOrd="0" presId="urn:microsoft.com/office/officeart/2018/2/layout/IconVerticalSolidList"/>
    <dgm:cxn modelId="{34953C28-219F-4E94-A37D-B96E33863633}" type="presParOf" srcId="{BC8D5EE7-F4A6-4CAC-8DAC-7D8DB5A95CBB}" destId="{0736251D-3720-4058-8244-C42C8A7E6F68}" srcOrd="0" destOrd="0" presId="urn:microsoft.com/office/officeart/2018/2/layout/IconVerticalSolidList"/>
    <dgm:cxn modelId="{39CB78D1-9635-45AE-972C-07D6B039A85C}" type="presParOf" srcId="{BC8D5EE7-F4A6-4CAC-8DAC-7D8DB5A95CBB}" destId="{E59F29C2-D475-4DCF-87A0-2688F27CF3AA}" srcOrd="1" destOrd="0" presId="urn:microsoft.com/office/officeart/2018/2/layout/IconVerticalSolidList"/>
    <dgm:cxn modelId="{D2A49293-89BB-4F61-939D-127AD83B6B41}" type="presParOf" srcId="{BC8D5EE7-F4A6-4CAC-8DAC-7D8DB5A95CBB}" destId="{062927EB-755A-45BA-879F-6926552CAC8D}" srcOrd="2" destOrd="0" presId="urn:microsoft.com/office/officeart/2018/2/layout/IconVerticalSolidList"/>
    <dgm:cxn modelId="{C6089482-5224-4FCC-8E01-55206BCCB2F6}" type="presParOf" srcId="{BC8D5EE7-F4A6-4CAC-8DAC-7D8DB5A95CBB}" destId="{F3574EDA-E37E-434E-9493-895B9A6488FF}" srcOrd="3" destOrd="0" presId="urn:microsoft.com/office/officeart/2018/2/layout/IconVerticalSolidList"/>
    <dgm:cxn modelId="{6DB3E1DD-5EA0-4F77-9512-9D56DCA19081}" type="presParOf" srcId="{7CF4F555-C134-48CA-9BF7-939E77F8724A}" destId="{A7A69C4C-FF33-49C9-9A29-E05DC16185F9}" srcOrd="3" destOrd="0" presId="urn:microsoft.com/office/officeart/2018/2/layout/IconVerticalSolidList"/>
    <dgm:cxn modelId="{2308A3A6-3735-4520-ACBA-227B38662D01}" type="presParOf" srcId="{7CF4F555-C134-48CA-9BF7-939E77F8724A}" destId="{787B5B31-B718-48C3-9779-6B30C826B808}" srcOrd="4" destOrd="0" presId="urn:microsoft.com/office/officeart/2018/2/layout/IconVerticalSolidList"/>
    <dgm:cxn modelId="{E26C5818-3899-4FDD-A36D-B22D2B8C3C9E}" type="presParOf" srcId="{787B5B31-B718-48C3-9779-6B30C826B808}" destId="{B42530FA-3A6F-4349-BA9A-68179ECB1883}" srcOrd="0" destOrd="0" presId="urn:microsoft.com/office/officeart/2018/2/layout/IconVerticalSolidList"/>
    <dgm:cxn modelId="{92BA635A-2E37-4EC8-B4B2-D60668FFB9D1}" type="presParOf" srcId="{787B5B31-B718-48C3-9779-6B30C826B808}" destId="{988EED04-5F10-4280-8C6B-BE8324F8A8D4}" srcOrd="1" destOrd="0" presId="urn:microsoft.com/office/officeart/2018/2/layout/IconVerticalSolidList"/>
    <dgm:cxn modelId="{9A7C82FD-22D5-4846-A3CE-66BE0621007A}" type="presParOf" srcId="{787B5B31-B718-48C3-9779-6B30C826B808}" destId="{FB44376E-0316-439B-86A1-C534C65F4A36}" srcOrd="2" destOrd="0" presId="urn:microsoft.com/office/officeart/2018/2/layout/IconVerticalSolidList"/>
    <dgm:cxn modelId="{E59156C6-1F6A-4030-8811-22ED3A35245F}" type="presParOf" srcId="{787B5B31-B718-48C3-9779-6B30C826B808}" destId="{66ECED91-7783-462C-9A7C-DCEC6BDEA9B0}" srcOrd="3" destOrd="0" presId="urn:microsoft.com/office/officeart/2018/2/layout/IconVerticalSolidList"/>
    <dgm:cxn modelId="{10F4453D-4EAC-48D7-8D36-2941255B0B52}" type="presParOf" srcId="{7CF4F555-C134-48CA-9BF7-939E77F8724A}" destId="{C0BC41B8-FA30-4486-950B-CF92359E9179}" srcOrd="5" destOrd="0" presId="urn:microsoft.com/office/officeart/2018/2/layout/IconVerticalSolidList"/>
    <dgm:cxn modelId="{2E40D064-A078-4DA5-B0F6-33F02ADFE979}" type="presParOf" srcId="{7CF4F555-C134-48CA-9BF7-939E77F8724A}" destId="{24596491-C4A2-48A1-BD36-3A3E53F69E49}" srcOrd="6" destOrd="0" presId="urn:microsoft.com/office/officeart/2018/2/layout/IconVerticalSolidList"/>
    <dgm:cxn modelId="{D673C314-9732-4F2F-A148-5517B2FD3B71}" type="presParOf" srcId="{24596491-C4A2-48A1-BD36-3A3E53F69E49}" destId="{244BB91B-EB6A-4019-BD0C-24B038BAD93B}" srcOrd="0" destOrd="0" presId="urn:microsoft.com/office/officeart/2018/2/layout/IconVerticalSolidList"/>
    <dgm:cxn modelId="{8C1BB727-3267-485A-9326-8F37B68E61B2}" type="presParOf" srcId="{24596491-C4A2-48A1-BD36-3A3E53F69E49}" destId="{520F6EAB-FA57-4FBE-82E1-FACDB89270AE}" srcOrd="1" destOrd="0" presId="urn:microsoft.com/office/officeart/2018/2/layout/IconVerticalSolidList"/>
    <dgm:cxn modelId="{23089BFF-B3F6-4119-BE2B-C6EBF7672DD8}" type="presParOf" srcId="{24596491-C4A2-48A1-BD36-3A3E53F69E49}" destId="{705C9E7B-D69F-4194-BA74-EA083EA98AD6}" srcOrd="2" destOrd="0" presId="urn:microsoft.com/office/officeart/2018/2/layout/IconVerticalSolidList"/>
    <dgm:cxn modelId="{4B77C16B-8956-42EB-B71C-2D708C80A820}" type="presParOf" srcId="{24596491-C4A2-48A1-BD36-3A3E53F69E49}" destId="{5A92A176-8D1C-452D-930B-63EC0FDBA8CF}" srcOrd="3" destOrd="0" presId="urn:microsoft.com/office/officeart/2018/2/layout/IconVerticalSolidList"/>
    <dgm:cxn modelId="{842F7A8B-0035-4E3D-A6FD-D9478AB2D7AA}" type="presParOf" srcId="{7CF4F555-C134-48CA-9BF7-939E77F8724A}" destId="{6FA55A4A-67F6-4558-8EB3-A8EB868F6D14}" srcOrd="7" destOrd="0" presId="urn:microsoft.com/office/officeart/2018/2/layout/IconVerticalSolidList"/>
    <dgm:cxn modelId="{EBA7D8D0-D312-412A-A74F-882530FBCA7D}" type="presParOf" srcId="{7CF4F555-C134-48CA-9BF7-939E77F8724A}" destId="{99E553E8-E33F-401A-AAF6-00FF63AE7585}" srcOrd="8" destOrd="0" presId="urn:microsoft.com/office/officeart/2018/2/layout/IconVerticalSolidList"/>
    <dgm:cxn modelId="{97539E22-20DF-4C51-9DBB-7EC024CFCEE8}" type="presParOf" srcId="{99E553E8-E33F-401A-AAF6-00FF63AE7585}" destId="{92D676CB-5202-488F-A3C8-72A582E47666}" srcOrd="0" destOrd="0" presId="urn:microsoft.com/office/officeart/2018/2/layout/IconVerticalSolidList"/>
    <dgm:cxn modelId="{C848894A-26F2-4BAF-A380-A216250490AE}" type="presParOf" srcId="{99E553E8-E33F-401A-AAF6-00FF63AE7585}" destId="{5386A7A0-7101-4DFF-954F-BE955CA3E991}" srcOrd="1" destOrd="0" presId="urn:microsoft.com/office/officeart/2018/2/layout/IconVerticalSolidList"/>
    <dgm:cxn modelId="{94EF4309-E6F5-4C47-9C35-10C0C4D2699A}" type="presParOf" srcId="{99E553E8-E33F-401A-AAF6-00FF63AE7585}" destId="{AD4DCB28-B8C0-4D7E-A7DA-B198E40D8CAC}" srcOrd="2" destOrd="0" presId="urn:microsoft.com/office/officeart/2018/2/layout/IconVerticalSolidList"/>
    <dgm:cxn modelId="{25EF5EDD-452A-4D72-87C5-2DFF7190F736}" type="presParOf" srcId="{99E553E8-E33F-401A-AAF6-00FF63AE7585}" destId="{8E35BC79-7029-4355-8AD3-AAFB28BE06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9413D7-EE49-41C9-BD65-3EFD07108A42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2D746C-B1C3-47DF-AADA-73880A7FCAED}">
      <dgm:prSet/>
      <dgm:spPr/>
      <dgm:t>
        <a:bodyPr/>
        <a:lstStyle/>
        <a:p>
          <a:r>
            <a:rPr lang="en-US" b="1"/>
            <a:t>Model Workflow:</a:t>
          </a:r>
          <a:endParaRPr lang="en-US"/>
        </a:p>
      </dgm:t>
    </dgm:pt>
    <dgm:pt modelId="{FA86E7AE-7A80-4C85-AB23-6EE343CF6DA4}" type="parTrans" cxnId="{0C902C48-8F6D-4888-9BF5-4A77FBDF84D3}">
      <dgm:prSet/>
      <dgm:spPr/>
      <dgm:t>
        <a:bodyPr/>
        <a:lstStyle/>
        <a:p>
          <a:endParaRPr lang="en-US"/>
        </a:p>
      </dgm:t>
    </dgm:pt>
    <dgm:pt modelId="{A58EFF52-1CFB-403E-95B2-161FC2FE422C}" type="sibTrans" cxnId="{0C902C48-8F6D-4888-9BF5-4A77FBDF84D3}">
      <dgm:prSet/>
      <dgm:spPr/>
      <dgm:t>
        <a:bodyPr/>
        <a:lstStyle/>
        <a:p>
          <a:endParaRPr lang="en-US"/>
        </a:p>
      </dgm:t>
    </dgm:pt>
    <dgm:pt modelId="{005989B0-22FB-4912-BB9E-36EEC671DED0}">
      <dgm:prSet/>
      <dgm:spPr/>
      <dgm:t>
        <a:bodyPr/>
        <a:lstStyle/>
        <a:p>
          <a:r>
            <a:rPr lang="en-US" b="1"/>
            <a:t>Baseline ML Model:</a:t>
          </a:r>
          <a:r>
            <a:rPr lang="en-US"/>
            <a:t> Uses HR &amp; payroll data (e.g., Random Forest /XGBoost).</a:t>
          </a:r>
        </a:p>
      </dgm:t>
    </dgm:pt>
    <dgm:pt modelId="{E3C98806-071D-471A-8558-EC9528AA51F7}" type="parTrans" cxnId="{C5F884C0-4F25-44A4-BA24-859413CE55EE}">
      <dgm:prSet/>
      <dgm:spPr/>
      <dgm:t>
        <a:bodyPr/>
        <a:lstStyle/>
        <a:p>
          <a:endParaRPr lang="en-US"/>
        </a:p>
      </dgm:t>
    </dgm:pt>
    <dgm:pt modelId="{68558FFB-1F77-4168-BEA9-239F0AE76121}" type="sibTrans" cxnId="{C5F884C0-4F25-44A4-BA24-859413CE55EE}">
      <dgm:prSet/>
      <dgm:spPr/>
      <dgm:t>
        <a:bodyPr/>
        <a:lstStyle/>
        <a:p>
          <a:endParaRPr lang="en-US"/>
        </a:p>
      </dgm:t>
    </dgm:pt>
    <dgm:pt modelId="{8BAC3EE3-F7DC-4931-820E-2921E4E8368A}">
      <dgm:prSet/>
      <dgm:spPr/>
      <dgm:t>
        <a:bodyPr/>
        <a:lstStyle/>
        <a:p>
          <a:r>
            <a:rPr lang="en-US" b="1"/>
            <a:t>Trigger Layer:</a:t>
          </a:r>
          <a:r>
            <a:rPr lang="en-US"/>
            <a:t> Uses chatbot data to adjust risk dynamically.</a:t>
          </a:r>
        </a:p>
      </dgm:t>
    </dgm:pt>
    <dgm:pt modelId="{075C7745-1ACC-4FD6-A0BB-345193315DC3}" type="parTrans" cxnId="{AA690C3D-F1D2-4F6B-A707-846422F19B17}">
      <dgm:prSet/>
      <dgm:spPr/>
      <dgm:t>
        <a:bodyPr/>
        <a:lstStyle/>
        <a:p>
          <a:endParaRPr lang="en-US"/>
        </a:p>
      </dgm:t>
    </dgm:pt>
    <dgm:pt modelId="{50E49BD8-58E0-4C92-BD08-817646397D3B}" type="sibTrans" cxnId="{AA690C3D-F1D2-4F6B-A707-846422F19B17}">
      <dgm:prSet/>
      <dgm:spPr/>
      <dgm:t>
        <a:bodyPr/>
        <a:lstStyle/>
        <a:p>
          <a:endParaRPr lang="en-US"/>
        </a:p>
      </dgm:t>
    </dgm:pt>
    <dgm:pt modelId="{5E958EE2-EFA4-4ADD-949A-C81D5E91E251}">
      <dgm:prSet/>
      <dgm:spPr/>
      <dgm:t>
        <a:bodyPr/>
        <a:lstStyle/>
        <a:p>
          <a:r>
            <a:rPr lang="en-US" b="1"/>
            <a:t>Output:</a:t>
          </a:r>
          <a:endParaRPr lang="en-US"/>
        </a:p>
      </dgm:t>
    </dgm:pt>
    <dgm:pt modelId="{B3587131-9962-4045-B6B7-5DC1E2A9D02B}" type="parTrans" cxnId="{C3CD4653-34EA-4413-922C-2C674BDA6BA0}">
      <dgm:prSet/>
      <dgm:spPr/>
      <dgm:t>
        <a:bodyPr/>
        <a:lstStyle/>
        <a:p>
          <a:endParaRPr lang="en-US"/>
        </a:p>
      </dgm:t>
    </dgm:pt>
    <dgm:pt modelId="{55FE9D86-71B6-484A-9323-65F5F16D63F0}" type="sibTrans" cxnId="{C3CD4653-34EA-4413-922C-2C674BDA6BA0}">
      <dgm:prSet/>
      <dgm:spPr/>
      <dgm:t>
        <a:bodyPr/>
        <a:lstStyle/>
        <a:p>
          <a:endParaRPr lang="en-US"/>
        </a:p>
      </dgm:t>
    </dgm:pt>
    <dgm:pt modelId="{6635CFE6-4445-4AA7-BCBF-45CD0820035D}">
      <dgm:prSet/>
      <dgm:spPr/>
      <dgm:t>
        <a:bodyPr/>
        <a:lstStyle/>
        <a:p>
          <a:r>
            <a:rPr lang="en-US"/>
            <a:t>Individual </a:t>
          </a:r>
          <a:r>
            <a:rPr lang="en-US" b="1"/>
            <a:t>Attrition Risk Score (%)</a:t>
          </a:r>
          <a:endParaRPr lang="en-US"/>
        </a:p>
      </dgm:t>
    </dgm:pt>
    <dgm:pt modelId="{F2B35E41-A819-4775-A325-DF9B10F5C67F}" type="parTrans" cxnId="{F9C40F60-3D55-4523-9404-B2DF83D95E08}">
      <dgm:prSet/>
      <dgm:spPr/>
      <dgm:t>
        <a:bodyPr/>
        <a:lstStyle/>
        <a:p>
          <a:endParaRPr lang="en-US"/>
        </a:p>
      </dgm:t>
    </dgm:pt>
    <dgm:pt modelId="{8E144143-D178-42DD-B7EC-50BA7FFB7051}" type="sibTrans" cxnId="{F9C40F60-3D55-4523-9404-B2DF83D95E08}">
      <dgm:prSet/>
      <dgm:spPr/>
      <dgm:t>
        <a:bodyPr/>
        <a:lstStyle/>
        <a:p>
          <a:endParaRPr lang="en-US"/>
        </a:p>
      </dgm:t>
    </dgm:pt>
    <dgm:pt modelId="{0E4CE6BA-7E14-4BFB-A0DF-1E9461C8F299}">
      <dgm:prSet/>
      <dgm:spPr/>
      <dgm:t>
        <a:bodyPr/>
        <a:lstStyle/>
        <a:p>
          <a:r>
            <a:rPr lang="en-US" b="1"/>
            <a:t>Team/Department Attrition Trends</a:t>
          </a:r>
          <a:endParaRPr lang="en-US"/>
        </a:p>
      </dgm:t>
    </dgm:pt>
    <dgm:pt modelId="{3930E8B1-B792-42A3-B5DF-A1625ACA4877}" type="parTrans" cxnId="{AF30573F-7A04-4BA9-B1AF-CAD6357B34D3}">
      <dgm:prSet/>
      <dgm:spPr/>
      <dgm:t>
        <a:bodyPr/>
        <a:lstStyle/>
        <a:p>
          <a:endParaRPr lang="en-US"/>
        </a:p>
      </dgm:t>
    </dgm:pt>
    <dgm:pt modelId="{B57F3F01-EBA1-45B1-8EC5-DA42BDE0CEB4}" type="sibTrans" cxnId="{AF30573F-7A04-4BA9-B1AF-CAD6357B34D3}">
      <dgm:prSet/>
      <dgm:spPr/>
      <dgm:t>
        <a:bodyPr/>
        <a:lstStyle/>
        <a:p>
          <a:endParaRPr lang="en-US"/>
        </a:p>
      </dgm:t>
    </dgm:pt>
    <dgm:pt modelId="{63E812BA-219F-46B8-926C-B005E1E62881}" type="pres">
      <dgm:prSet presAssocID="{AF9413D7-EE49-41C9-BD65-3EFD07108A4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C985B855-5224-4E43-A70A-CCCE095F3BA9}" type="pres">
      <dgm:prSet presAssocID="{5E958EE2-EFA4-4ADD-949A-C81D5E91E251}" presName="Accent4" presStyleCnt="0"/>
      <dgm:spPr/>
    </dgm:pt>
    <dgm:pt modelId="{165B4F06-A65F-4407-9990-CA5F2E71388F}" type="pres">
      <dgm:prSet presAssocID="{5E958EE2-EFA4-4ADD-949A-C81D5E91E251}" presName="Accent" presStyleLbl="node1" presStyleIdx="0" presStyleCnt="8"/>
      <dgm:spPr/>
    </dgm:pt>
    <dgm:pt modelId="{18F69B82-7882-4A89-9455-8AD8FECFE26D}" type="pres">
      <dgm:prSet presAssocID="{5E958EE2-EFA4-4ADD-949A-C81D5E91E251}" presName="ParentBackground4" presStyleCnt="0"/>
      <dgm:spPr/>
    </dgm:pt>
    <dgm:pt modelId="{53537BE0-FBFB-4BB2-AA4E-6D236E566BC5}" type="pres">
      <dgm:prSet presAssocID="{5E958EE2-EFA4-4ADD-949A-C81D5E91E251}" presName="ParentBackground" presStyleLbl="node1" presStyleIdx="1" presStyleCnt="8"/>
      <dgm:spPr/>
    </dgm:pt>
    <dgm:pt modelId="{59EE2E28-9458-4390-B7AB-471097820749}" type="pres">
      <dgm:prSet presAssocID="{5E958EE2-EFA4-4ADD-949A-C81D5E91E251}" presName="Child4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4E77D50F-5A17-4C47-8C6F-635D48E2E475}" type="pres">
      <dgm:prSet presAssocID="{5E958EE2-EFA4-4ADD-949A-C81D5E91E251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818A7E60-E14B-405C-9444-38D80C17F97B}" type="pres">
      <dgm:prSet presAssocID="{8BAC3EE3-F7DC-4931-820E-2921E4E8368A}" presName="Accent3" presStyleCnt="0"/>
      <dgm:spPr/>
    </dgm:pt>
    <dgm:pt modelId="{0D3EE330-51B2-4654-8734-FC3B39BDF100}" type="pres">
      <dgm:prSet presAssocID="{8BAC3EE3-F7DC-4931-820E-2921E4E8368A}" presName="Accent" presStyleLbl="node1" presStyleIdx="2" presStyleCnt="8"/>
      <dgm:spPr/>
    </dgm:pt>
    <dgm:pt modelId="{AB7F694D-61F4-4CDB-891D-8A1A5B43B661}" type="pres">
      <dgm:prSet presAssocID="{8BAC3EE3-F7DC-4931-820E-2921E4E8368A}" presName="ParentBackground3" presStyleCnt="0"/>
      <dgm:spPr/>
    </dgm:pt>
    <dgm:pt modelId="{D97DA2BC-6ED5-42BC-B489-E4996D0EA116}" type="pres">
      <dgm:prSet presAssocID="{8BAC3EE3-F7DC-4931-820E-2921E4E8368A}" presName="ParentBackground" presStyleLbl="node1" presStyleIdx="3" presStyleCnt="8"/>
      <dgm:spPr/>
    </dgm:pt>
    <dgm:pt modelId="{BAB25B80-3F85-4BB4-A028-95E72451010D}" type="pres">
      <dgm:prSet presAssocID="{8BAC3EE3-F7DC-4931-820E-2921E4E8368A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550F59ED-B195-4CB3-BA1C-DE00782B128F}" type="pres">
      <dgm:prSet presAssocID="{005989B0-22FB-4912-BB9E-36EEC671DED0}" presName="Accent2" presStyleCnt="0"/>
      <dgm:spPr/>
    </dgm:pt>
    <dgm:pt modelId="{1E1C02A8-C4CB-4B22-B011-4D9F3A5BE32B}" type="pres">
      <dgm:prSet presAssocID="{005989B0-22FB-4912-BB9E-36EEC671DED0}" presName="Accent" presStyleLbl="node1" presStyleIdx="4" presStyleCnt="8"/>
      <dgm:spPr/>
    </dgm:pt>
    <dgm:pt modelId="{ECFF11C0-C3BC-40D0-BB27-6FA59AF10C74}" type="pres">
      <dgm:prSet presAssocID="{005989B0-22FB-4912-BB9E-36EEC671DED0}" presName="ParentBackground2" presStyleCnt="0"/>
      <dgm:spPr/>
    </dgm:pt>
    <dgm:pt modelId="{CE61A51C-256D-4A98-80CE-ADEBCBEE6315}" type="pres">
      <dgm:prSet presAssocID="{005989B0-22FB-4912-BB9E-36EEC671DED0}" presName="ParentBackground" presStyleLbl="node1" presStyleIdx="5" presStyleCnt="8"/>
      <dgm:spPr/>
    </dgm:pt>
    <dgm:pt modelId="{3863E49E-9E9D-4DA7-90EC-C846E6BC75E3}" type="pres">
      <dgm:prSet presAssocID="{005989B0-22FB-4912-BB9E-36EEC671DED0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AD88E240-34C3-464A-A7B7-0E057FF0E4AE}" type="pres">
      <dgm:prSet presAssocID="{B92D746C-B1C3-47DF-AADA-73880A7FCAED}" presName="Accent1" presStyleCnt="0"/>
      <dgm:spPr/>
    </dgm:pt>
    <dgm:pt modelId="{75EEF675-F940-478B-A6F3-A86D4EA02B0D}" type="pres">
      <dgm:prSet presAssocID="{B92D746C-B1C3-47DF-AADA-73880A7FCAED}" presName="Accent" presStyleLbl="node1" presStyleIdx="6" presStyleCnt="8"/>
      <dgm:spPr/>
    </dgm:pt>
    <dgm:pt modelId="{A7214B9C-79E1-4287-9A28-9E5F9F5A5553}" type="pres">
      <dgm:prSet presAssocID="{B92D746C-B1C3-47DF-AADA-73880A7FCAED}" presName="ParentBackground1" presStyleCnt="0"/>
      <dgm:spPr/>
    </dgm:pt>
    <dgm:pt modelId="{C23FEE65-A59B-4775-9637-113C3DDC6A8A}" type="pres">
      <dgm:prSet presAssocID="{B92D746C-B1C3-47DF-AADA-73880A7FCAED}" presName="ParentBackground" presStyleLbl="node1" presStyleIdx="7" presStyleCnt="8"/>
      <dgm:spPr/>
    </dgm:pt>
    <dgm:pt modelId="{49F2977E-D362-4BED-9220-73C07080246C}" type="pres">
      <dgm:prSet presAssocID="{B92D746C-B1C3-47DF-AADA-73880A7FCAED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D1D1608-8DA7-4F66-99E8-F3DDCF2C24E8}" type="presOf" srcId="{0E4CE6BA-7E14-4BFB-A0DF-1E9461C8F299}" destId="{59EE2E28-9458-4390-B7AB-471097820749}" srcOrd="0" destOrd="1" presId="urn:microsoft.com/office/officeart/2018/layout/CircleProcess"/>
    <dgm:cxn modelId="{FE888E0D-E7C1-42DC-B96F-CF14C89B0EC5}" type="presOf" srcId="{B92D746C-B1C3-47DF-AADA-73880A7FCAED}" destId="{C23FEE65-A59B-4775-9637-113C3DDC6A8A}" srcOrd="0" destOrd="0" presId="urn:microsoft.com/office/officeart/2018/layout/CircleProcess"/>
    <dgm:cxn modelId="{29C9480E-F462-4146-B8FC-4DEE622E0763}" type="presOf" srcId="{5E958EE2-EFA4-4ADD-949A-C81D5E91E251}" destId="{53537BE0-FBFB-4BB2-AA4E-6D236E566BC5}" srcOrd="0" destOrd="0" presId="urn:microsoft.com/office/officeart/2018/layout/CircleProcess"/>
    <dgm:cxn modelId="{1C1D6B10-3A5C-44AF-98E3-1701EFF48D46}" type="presOf" srcId="{8BAC3EE3-F7DC-4931-820E-2921E4E8368A}" destId="{BAB25B80-3F85-4BB4-A028-95E72451010D}" srcOrd="1" destOrd="0" presId="urn:microsoft.com/office/officeart/2018/layout/CircleProcess"/>
    <dgm:cxn modelId="{ED0B1333-962D-4AC2-9C25-2961D07DB5A3}" type="presOf" srcId="{AF9413D7-EE49-41C9-BD65-3EFD07108A42}" destId="{63E812BA-219F-46B8-926C-B005E1E62881}" srcOrd="0" destOrd="0" presId="urn:microsoft.com/office/officeart/2018/layout/CircleProcess"/>
    <dgm:cxn modelId="{AA690C3D-F1D2-4F6B-A707-846422F19B17}" srcId="{AF9413D7-EE49-41C9-BD65-3EFD07108A42}" destId="{8BAC3EE3-F7DC-4931-820E-2921E4E8368A}" srcOrd="2" destOrd="0" parTransId="{075C7745-1ACC-4FD6-A0BB-345193315DC3}" sibTransId="{50E49BD8-58E0-4C92-BD08-817646397D3B}"/>
    <dgm:cxn modelId="{AF30573F-7A04-4BA9-B1AF-CAD6357B34D3}" srcId="{5E958EE2-EFA4-4ADD-949A-C81D5E91E251}" destId="{0E4CE6BA-7E14-4BFB-A0DF-1E9461C8F299}" srcOrd="1" destOrd="0" parTransId="{3930E8B1-B792-42A3-B5DF-A1625ACA4877}" sibTransId="{B57F3F01-EBA1-45B1-8EC5-DA42BDE0CEB4}"/>
    <dgm:cxn modelId="{F9C40F60-3D55-4523-9404-B2DF83D95E08}" srcId="{5E958EE2-EFA4-4ADD-949A-C81D5E91E251}" destId="{6635CFE6-4445-4AA7-BCBF-45CD0820035D}" srcOrd="0" destOrd="0" parTransId="{F2B35E41-A819-4775-A325-DF9B10F5C67F}" sibTransId="{8E144143-D178-42DD-B7EC-50BA7FFB7051}"/>
    <dgm:cxn modelId="{0C902C48-8F6D-4888-9BF5-4A77FBDF84D3}" srcId="{AF9413D7-EE49-41C9-BD65-3EFD07108A42}" destId="{B92D746C-B1C3-47DF-AADA-73880A7FCAED}" srcOrd="0" destOrd="0" parTransId="{FA86E7AE-7A80-4C85-AB23-6EE343CF6DA4}" sibTransId="{A58EFF52-1CFB-403E-95B2-161FC2FE422C}"/>
    <dgm:cxn modelId="{5D937770-DABE-4641-8D09-BB59E3B4550C}" type="presOf" srcId="{005989B0-22FB-4912-BB9E-36EEC671DED0}" destId="{3863E49E-9E9D-4DA7-90EC-C846E6BC75E3}" srcOrd="1" destOrd="0" presId="urn:microsoft.com/office/officeart/2018/layout/CircleProcess"/>
    <dgm:cxn modelId="{C3CD4653-34EA-4413-922C-2C674BDA6BA0}" srcId="{AF9413D7-EE49-41C9-BD65-3EFD07108A42}" destId="{5E958EE2-EFA4-4ADD-949A-C81D5E91E251}" srcOrd="3" destOrd="0" parTransId="{B3587131-9962-4045-B6B7-5DC1E2A9D02B}" sibTransId="{55FE9D86-71B6-484A-9323-65F5F16D63F0}"/>
    <dgm:cxn modelId="{F1897078-F865-432F-8B7E-994B29B0BF78}" type="presOf" srcId="{6635CFE6-4445-4AA7-BCBF-45CD0820035D}" destId="{59EE2E28-9458-4390-B7AB-471097820749}" srcOrd="0" destOrd="0" presId="urn:microsoft.com/office/officeart/2018/layout/CircleProcess"/>
    <dgm:cxn modelId="{29C5407B-DEF4-4D31-9269-38007EDA7FCA}" type="presOf" srcId="{B92D746C-B1C3-47DF-AADA-73880A7FCAED}" destId="{49F2977E-D362-4BED-9220-73C07080246C}" srcOrd="1" destOrd="0" presId="urn:microsoft.com/office/officeart/2018/layout/CircleProcess"/>
    <dgm:cxn modelId="{C641C998-233B-4E23-AF38-0BCE1E955D08}" type="presOf" srcId="{8BAC3EE3-F7DC-4931-820E-2921E4E8368A}" destId="{D97DA2BC-6ED5-42BC-B489-E4996D0EA116}" srcOrd="0" destOrd="0" presId="urn:microsoft.com/office/officeart/2018/layout/CircleProcess"/>
    <dgm:cxn modelId="{C5F884C0-4F25-44A4-BA24-859413CE55EE}" srcId="{AF9413D7-EE49-41C9-BD65-3EFD07108A42}" destId="{005989B0-22FB-4912-BB9E-36EEC671DED0}" srcOrd="1" destOrd="0" parTransId="{E3C98806-071D-471A-8558-EC9528AA51F7}" sibTransId="{68558FFB-1F77-4168-BEA9-239F0AE76121}"/>
    <dgm:cxn modelId="{46F54DD6-85ED-43D4-9E0F-0858BB91330E}" type="presOf" srcId="{5E958EE2-EFA4-4ADD-949A-C81D5E91E251}" destId="{4E77D50F-5A17-4C47-8C6F-635D48E2E475}" srcOrd="1" destOrd="0" presId="urn:microsoft.com/office/officeart/2018/layout/CircleProcess"/>
    <dgm:cxn modelId="{5C50C1EA-A3FC-47FD-8218-B3DFAD054919}" type="presOf" srcId="{005989B0-22FB-4912-BB9E-36EEC671DED0}" destId="{CE61A51C-256D-4A98-80CE-ADEBCBEE6315}" srcOrd="0" destOrd="0" presId="urn:microsoft.com/office/officeart/2018/layout/CircleProcess"/>
    <dgm:cxn modelId="{09BC0853-1E13-43CF-86A7-758E69005E3B}" type="presParOf" srcId="{63E812BA-219F-46B8-926C-B005E1E62881}" destId="{C985B855-5224-4E43-A70A-CCCE095F3BA9}" srcOrd="0" destOrd="0" presId="urn:microsoft.com/office/officeart/2018/layout/CircleProcess"/>
    <dgm:cxn modelId="{25F85907-6179-4059-8C96-44D95C712E2B}" type="presParOf" srcId="{C985B855-5224-4E43-A70A-CCCE095F3BA9}" destId="{165B4F06-A65F-4407-9990-CA5F2E71388F}" srcOrd="0" destOrd="0" presId="urn:microsoft.com/office/officeart/2018/layout/CircleProcess"/>
    <dgm:cxn modelId="{EFCF14C3-BB35-4021-9C44-3EE4DA29E29D}" type="presParOf" srcId="{63E812BA-219F-46B8-926C-B005E1E62881}" destId="{18F69B82-7882-4A89-9455-8AD8FECFE26D}" srcOrd="1" destOrd="0" presId="urn:microsoft.com/office/officeart/2018/layout/CircleProcess"/>
    <dgm:cxn modelId="{E1F28A4B-D2C2-46CE-8BD1-8E3A6737C7EF}" type="presParOf" srcId="{18F69B82-7882-4A89-9455-8AD8FECFE26D}" destId="{53537BE0-FBFB-4BB2-AA4E-6D236E566BC5}" srcOrd="0" destOrd="0" presId="urn:microsoft.com/office/officeart/2018/layout/CircleProcess"/>
    <dgm:cxn modelId="{483FE70A-B621-4DE0-8EE3-8A37EA1C6D5D}" type="presParOf" srcId="{63E812BA-219F-46B8-926C-B005E1E62881}" destId="{59EE2E28-9458-4390-B7AB-471097820749}" srcOrd="2" destOrd="0" presId="urn:microsoft.com/office/officeart/2018/layout/CircleProcess"/>
    <dgm:cxn modelId="{61754569-F59C-4835-992D-AD908A9F27D6}" type="presParOf" srcId="{63E812BA-219F-46B8-926C-B005E1E62881}" destId="{4E77D50F-5A17-4C47-8C6F-635D48E2E475}" srcOrd="3" destOrd="0" presId="urn:microsoft.com/office/officeart/2018/layout/CircleProcess"/>
    <dgm:cxn modelId="{82F6186F-1C29-4BFC-94A5-B4A1B96B8A4F}" type="presParOf" srcId="{63E812BA-219F-46B8-926C-B005E1E62881}" destId="{818A7E60-E14B-405C-9444-38D80C17F97B}" srcOrd="4" destOrd="0" presId="urn:microsoft.com/office/officeart/2018/layout/CircleProcess"/>
    <dgm:cxn modelId="{08FED947-3FDD-459A-A482-90F24175B93B}" type="presParOf" srcId="{818A7E60-E14B-405C-9444-38D80C17F97B}" destId="{0D3EE330-51B2-4654-8734-FC3B39BDF100}" srcOrd="0" destOrd="0" presId="urn:microsoft.com/office/officeart/2018/layout/CircleProcess"/>
    <dgm:cxn modelId="{1D5597DF-24EF-4BCA-8827-64F3DC12836A}" type="presParOf" srcId="{63E812BA-219F-46B8-926C-B005E1E62881}" destId="{AB7F694D-61F4-4CDB-891D-8A1A5B43B661}" srcOrd="5" destOrd="0" presId="urn:microsoft.com/office/officeart/2018/layout/CircleProcess"/>
    <dgm:cxn modelId="{4C3A948E-B6E7-4B5D-B514-BE5EA2C972D5}" type="presParOf" srcId="{AB7F694D-61F4-4CDB-891D-8A1A5B43B661}" destId="{D97DA2BC-6ED5-42BC-B489-E4996D0EA116}" srcOrd="0" destOrd="0" presId="urn:microsoft.com/office/officeart/2018/layout/CircleProcess"/>
    <dgm:cxn modelId="{1C65FCEB-A184-48C7-A439-DC63146B73C6}" type="presParOf" srcId="{63E812BA-219F-46B8-926C-B005E1E62881}" destId="{BAB25B80-3F85-4BB4-A028-95E72451010D}" srcOrd="6" destOrd="0" presId="urn:microsoft.com/office/officeart/2018/layout/CircleProcess"/>
    <dgm:cxn modelId="{73BEBC15-864B-4E8C-8406-84187EAB985A}" type="presParOf" srcId="{63E812BA-219F-46B8-926C-B005E1E62881}" destId="{550F59ED-B195-4CB3-BA1C-DE00782B128F}" srcOrd="7" destOrd="0" presId="urn:microsoft.com/office/officeart/2018/layout/CircleProcess"/>
    <dgm:cxn modelId="{8B1A4DDE-DF9A-420D-8282-45AD867B7615}" type="presParOf" srcId="{550F59ED-B195-4CB3-BA1C-DE00782B128F}" destId="{1E1C02A8-C4CB-4B22-B011-4D9F3A5BE32B}" srcOrd="0" destOrd="0" presId="urn:microsoft.com/office/officeart/2018/layout/CircleProcess"/>
    <dgm:cxn modelId="{CEB4B7BC-9792-4986-BA4C-B8709544EE94}" type="presParOf" srcId="{63E812BA-219F-46B8-926C-B005E1E62881}" destId="{ECFF11C0-C3BC-40D0-BB27-6FA59AF10C74}" srcOrd="8" destOrd="0" presId="urn:microsoft.com/office/officeart/2018/layout/CircleProcess"/>
    <dgm:cxn modelId="{6B46A51E-A73E-4DA8-B8F0-52D76F9E654A}" type="presParOf" srcId="{ECFF11C0-C3BC-40D0-BB27-6FA59AF10C74}" destId="{CE61A51C-256D-4A98-80CE-ADEBCBEE6315}" srcOrd="0" destOrd="0" presId="urn:microsoft.com/office/officeart/2018/layout/CircleProcess"/>
    <dgm:cxn modelId="{0E7A9E05-2500-4F5F-92BE-311E43C737F1}" type="presParOf" srcId="{63E812BA-219F-46B8-926C-B005E1E62881}" destId="{3863E49E-9E9D-4DA7-90EC-C846E6BC75E3}" srcOrd="9" destOrd="0" presId="urn:microsoft.com/office/officeart/2018/layout/CircleProcess"/>
    <dgm:cxn modelId="{005C03B7-83B5-4365-AC71-870699263EA4}" type="presParOf" srcId="{63E812BA-219F-46B8-926C-B005E1E62881}" destId="{AD88E240-34C3-464A-A7B7-0E057FF0E4AE}" srcOrd="10" destOrd="0" presId="urn:microsoft.com/office/officeart/2018/layout/CircleProcess"/>
    <dgm:cxn modelId="{9DD24BA0-600B-4ABF-B859-4E23D7624A65}" type="presParOf" srcId="{AD88E240-34C3-464A-A7B7-0E057FF0E4AE}" destId="{75EEF675-F940-478B-A6F3-A86D4EA02B0D}" srcOrd="0" destOrd="0" presId="urn:microsoft.com/office/officeart/2018/layout/CircleProcess"/>
    <dgm:cxn modelId="{75E06022-C4CD-4EE8-8553-594D5EA19B9B}" type="presParOf" srcId="{63E812BA-219F-46B8-926C-B005E1E62881}" destId="{A7214B9C-79E1-4287-9A28-9E5F9F5A5553}" srcOrd="11" destOrd="0" presId="urn:microsoft.com/office/officeart/2018/layout/CircleProcess"/>
    <dgm:cxn modelId="{8F9F3CC8-FD6B-4B5A-8DCB-E57D892DDDF7}" type="presParOf" srcId="{A7214B9C-79E1-4287-9A28-9E5F9F5A5553}" destId="{C23FEE65-A59B-4775-9637-113C3DDC6A8A}" srcOrd="0" destOrd="0" presId="urn:microsoft.com/office/officeart/2018/layout/CircleProcess"/>
    <dgm:cxn modelId="{4BAC2B27-3570-4463-A924-84C0D0E6F5AE}" type="presParOf" srcId="{63E812BA-219F-46B8-926C-B005E1E62881}" destId="{49F2977E-D362-4BED-9220-73C07080246C}" srcOrd="12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03091-67CA-4717-87E2-4B22DE192A70}">
      <dsp:nvSpPr>
        <dsp:cNvPr id="0" name=""/>
        <dsp:cNvSpPr/>
      </dsp:nvSpPr>
      <dsp:spPr>
        <a:xfrm>
          <a:off x="0" y="642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8FC043-01B9-49B1-8A1E-174A06F169B4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1CBF4-B2C6-4244-8122-702AADEF733E}">
      <dsp:nvSpPr>
        <dsp:cNvPr id="0" name=""/>
        <dsp:cNvSpPr/>
      </dsp:nvSpPr>
      <dsp:spPr>
        <a:xfrm>
          <a:off x="1736952" y="642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HR teams spend a major portion of their time addressing </a:t>
          </a:r>
          <a:r>
            <a:rPr lang="en-US" sz="2300" b="1" kern="1200"/>
            <a:t>repetitive employee queries</a:t>
          </a:r>
          <a:r>
            <a:rPr lang="en-US" sz="2300" kern="1200"/>
            <a:t>.</a:t>
          </a:r>
        </a:p>
      </dsp:txBody>
      <dsp:txXfrm>
        <a:off x="1736952" y="642"/>
        <a:ext cx="5095259" cy="1503855"/>
      </dsp:txXfrm>
    </dsp:sp>
    <dsp:sp modelId="{615B7AC9-004E-461E-9851-4BC5A8D1C84B}">
      <dsp:nvSpPr>
        <dsp:cNvPr id="0" name=""/>
        <dsp:cNvSpPr/>
      </dsp:nvSpPr>
      <dsp:spPr>
        <a:xfrm>
          <a:off x="0" y="1880461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2AFD1-E6A3-4D90-9EE6-48C6E730F3D9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01211-0FDB-4EE4-BE1A-96CD99C9F125}">
      <dsp:nvSpPr>
        <dsp:cNvPr id="0" name=""/>
        <dsp:cNvSpPr/>
      </dsp:nvSpPr>
      <dsp:spPr>
        <a:xfrm>
          <a:off x="1736952" y="1880461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Manual resume screening</a:t>
          </a:r>
          <a:r>
            <a:rPr lang="en-US" sz="2300" kern="1200" dirty="0"/>
            <a:t> and </a:t>
          </a:r>
          <a:r>
            <a:rPr lang="en-US" sz="2300" b="1" kern="1200" dirty="0"/>
            <a:t>telephonic interviews </a:t>
          </a:r>
          <a:r>
            <a:rPr lang="en-US" sz="2300" kern="1200" dirty="0"/>
            <a:t>are time-consuming and subjective.</a:t>
          </a:r>
        </a:p>
      </dsp:txBody>
      <dsp:txXfrm>
        <a:off x="1736952" y="1880461"/>
        <a:ext cx="5095259" cy="1503855"/>
      </dsp:txXfrm>
    </dsp:sp>
    <dsp:sp modelId="{3B5882FC-6494-472B-A822-A933B83A59BD}">
      <dsp:nvSpPr>
        <dsp:cNvPr id="0" name=""/>
        <dsp:cNvSpPr/>
      </dsp:nvSpPr>
      <dsp:spPr>
        <a:xfrm>
          <a:off x="0" y="3760280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4CF86-CEBF-469C-A538-268F01DD76BD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E2BC9-9766-4E64-AA6C-AAB3C2A28473}">
      <dsp:nvSpPr>
        <dsp:cNvPr id="0" name=""/>
        <dsp:cNvSpPr/>
      </dsp:nvSpPr>
      <dsp:spPr>
        <a:xfrm>
          <a:off x="1736952" y="3760280"/>
          <a:ext cx="5095259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There’s a </a:t>
          </a:r>
          <a:r>
            <a:rPr lang="en-US" sz="2300" b="1" kern="1200" dirty="0"/>
            <a:t>lack of integrated, real-time analytics</a:t>
          </a:r>
          <a:r>
            <a:rPr lang="en-US" sz="2300" kern="1200" dirty="0"/>
            <a:t> on employee interactions and sentiment.</a:t>
          </a:r>
        </a:p>
      </dsp:txBody>
      <dsp:txXfrm>
        <a:off x="1736952" y="3760280"/>
        <a:ext cx="5095259" cy="1503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46E7C-C225-48A5-8F15-88DB03BD3047}">
      <dsp:nvSpPr>
        <dsp:cNvPr id="0" name=""/>
        <dsp:cNvSpPr/>
      </dsp:nvSpPr>
      <dsp:spPr>
        <a:xfrm>
          <a:off x="0" y="2185"/>
          <a:ext cx="6832212" cy="11074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9F8A3-1B6B-4BBE-83A0-9253FE305824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634E1-F0D6-4F4B-8911-7D495B2DD600}">
      <dsp:nvSpPr>
        <dsp:cNvPr id="0" name=""/>
        <dsp:cNvSpPr/>
      </dsp:nvSpPr>
      <dsp:spPr>
        <a:xfrm>
          <a:off x="1279109" y="2185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 </a:t>
          </a:r>
          <a:r>
            <a:rPr lang="en-US" sz="2100" b="1" kern="1200"/>
            <a:t>AI-powered HR ecosystem</a:t>
          </a:r>
          <a:r>
            <a:rPr lang="en-US" sz="2100" kern="1200"/>
            <a:t> with 3 integrated modules:</a:t>
          </a:r>
        </a:p>
      </dsp:txBody>
      <dsp:txXfrm>
        <a:off x="1279109" y="2185"/>
        <a:ext cx="5553102" cy="1107454"/>
      </dsp:txXfrm>
    </dsp:sp>
    <dsp:sp modelId="{0BDDAAE9-2FBC-413A-A462-81F155F89810}">
      <dsp:nvSpPr>
        <dsp:cNvPr id="0" name=""/>
        <dsp:cNvSpPr/>
      </dsp:nvSpPr>
      <dsp:spPr>
        <a:xfrm>
          <a:off x="0" y="1386503"/>
          <a:ext cx="6832212" cy="11074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4C94D-A6A3-431D-B6E3-63944EFC4EEC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1B907-85EF-4DA3-B198-1FE4F54958F9}">
      <dsp:nvSpPr>
        <dsp:cNvPr id="0" name=""/>
        <dsp:cNvSpPr/>
      </dsp:nvSpPr>
      <dsp:spPr>
        <a:xfrm>
          <a:off x="1279109" y="1386503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🤖 </a:t>
          </a:r>
          <a:r>
            <a:rPr lang="en-US" sz="2100" b="1" kern="1200"/>
            <a:t>HR Chatbot</a:t>
          </a:r>
          <a:r>
            <a:rPr lang="en-US" sz="2100" kern="1200"/>
            <a:t> – Handles employee HR queries automatically.</a:t>
          </a:r>
        </a:p>
      </dsp:txBody>
      <dsp:txXfrm>
        <a:off x="1279109" y="1386503"/>
        <a:ext cx="5553102" cy="1107454"/>
      </dsp:txXfrm>
    </dsp:sp>
    <dsp:sp modelId="{A4648897-DFB6-4D78-84E8-4E69CEA57B0F}">
      <dsp:nvSpPr>
        <dsp:cNvPr id="0" name=""/>
        <dsp:cNvSpPr/>
      </dsp:nvSpPr>
      <dsp:spPr>
        <a:xfrm>
          <a:off x="0" y="2770821"/>
          <a:ext cx="6832212" cy="11074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03A97-9955-4CE5-97FC-9F79F0B84646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1DD15-E9F4-4016-AD03-093FFD77C0FC}">
      <dsp:nvSpPr>
        <dsp:cNvPr id="0" name=""/>
        <dsp:cNvSpPr/>
      </dsp:nvSpPr>
      <dsp:spPr>
        <a:xfrm>
          <a:off x="1279109" y="2770821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💼 </a:t>
          </a:r>
          <a:r>
            <a:rPr lang="en-US" sz="2100" b="1" kern="1200" dirty="0"/>
            <a:t>HR Hiring Assistant</a:t>
          </a:r>
          <a:r>
            <a:rPr lang="en-US" sz="2100" kern="1200" dirty="0"/>
            <a:t> – Intelligent resume filter + Telephonic interview bot.</a:t>
          </a:r>
        </a:p>
      </dsp:txBody>
      <dsp:txXfrm>
        <a:off x="1279109" y="2770821"/>
        <a:ext cx="5553102" cy="1107454"/>
      </dsp:txXfrm>
    </dsp:sp>
    <dsp:sp modelId="{D4033575-E611-478E-A2FE-E0EDF10C442B}">
      <dsp:nvSpPr>
        <dsp:cNvPr id="0" name=""/>
        <dsp:cNvSpPr/>
      </dsp:nvSpPr>
      <dsp:spPr>
        <a:xfrm>
          <a:off x="0" y="4155139"/>
          <a:ext cx="6832212" cy="11074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268CC-07E5-43DA-BC0A-7E12CE519826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15DC8-CF2E-4224-8198-EB9B9E727B94}">
      <dsp:nvSpPr>
        <dsp:cNvPr id="0" name=""/>
        <dsp:cNvSpPr/>
      </dsp:nvSpPr>
      <dsp:spPr>
        <a:xfrm>
          <a:off x="1279109" y="4155139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📊 </a:t>
          </a:r>
          <a:r>
            <a:rPr lang="en-US" sz="2100" b="1" kern="1200" dirty="0"/>
            <a:t>HR Analytics Module</a:t>
          </a:r>
          <a:r>
            <a:rPr lang="en-US" sz="2100" kern="1200" dirty="0"/>
            <a:t> – Real-time HR performance &amp; sentiment insights.</a:t>
          </a:r>
        </a:p>
      </dsp:txBody>
      <dsp:txXfrm>
        <a:off x="1279109" y="4155139"/>
        <a:ext cx="5553102" cy="11074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2DD90-42F4-473F-BE7D-716CD5F36A1C}">
      <dsp:nvSpPr>
        <dsp:cNvPr id="0" name=""/>
        <dsp:cNvSpPr/>
      </dsp:nvSpPr>
      <dsp:spPr>
        <a:xfrm>
          <a:off x="0" y="411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4E0A7-F70B-4E5E-A853-3253F6BF39F1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EEB1D-FCE0-4E7C-AA0E-78A7FB2F6C73}">
      <dsp:nvSpPr>
        <dsp:cNvPr id="0" name=""/>
        <dsp:cNvSpPr/>
      </dsp:nvSpPr>
      <dsp:spPr>
        <a:xfrm>
          <a:off x="1011886" y="411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RAG + Fined Tuned model. </a:t>
          </a:r>
          <a:endParaRPr lang="en-US" sz="1900" kern="1200" dirty="0"/>
        </a:p>
      </dsp:txBody>
      <dsp:txXfrm>
        <a:off x="1011886" y="4113"/>
        <a:ext cx="5820325" cy="876092"/>
      </dsp:txXfrm>
    </dsp:sp>
    <dsp:sp modelId="{0736251D-3720-4058-8244-C42C8A7E6F68}">
      <dsp:nvSpPr>
        <dsp:cNvPr id="0" name=""/>
        <dsp:cNvSpPr/>
      </dsp:nvSpPr>
      <dsp:spPr>
        <a:xfrm>
          <a:off x="0" y="109922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F29C2-D475-4DCF-87A0-2688F27CF3AA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74EDA-E37E-434E-9493-895B9A6488FF}">
      <dsp:nvSpPr>
        <dsp:cNvPr id="0" name=""/>
        <dsp:cNvSpPr/>
      </dsp:nvSpPr>
      <dsp:spPr>
        <a:xfrm>
          <a:off x="1011886" y="109922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Domain-aware and contextually accurate responses.</a:t>
          </a:r>
        </a:p>
      </dsp:txBody>
      <dsp:txXfrm>
        <a:off x="1011886" y="1099228"/>
        <a:ext cx="5820325" cy="876092"/>
      </dsp:txXfrm>
    </dsp:sp>
    <dsp:sp modelId="{B42530FA-3A6F-4349-BA9A-68179ECB1883}">
      <dsp:nvSpPr>
        <dsp:cNvPr id="0" name=""/>
        <dsp:cNvSpPr/>
      </dsp:nvSpPr>
      <dsp:spPr>
        <a:xfrm>
          <a:off x="0" y="219434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EED04-5F10-4280-8C6B-BE8324F8A8D4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CED91-7783-462C-9A7C-DCEC6BDEA9B0}">
      <dsp:nvSpPr>
        <dsp:cNvPr id="0" name=""/>
        <dsp:cNvSpPr/>
      </dsp:nvSpPr>
      <dsp:spPr>
        <a:xfrm>
          <a:off x="1011886" y="219434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Provides </a:t>
          </a:r>
          <a:r>
            <a:rPr lang="en-US" sz="1900" b="1" kern="1200" dirty="0"/>
            <a:t>accurate, real-time responses</a:t>
          </a:r>
          <a:r>
            <a:rPr lang="en-US" sz="1900" kern="1200" dirty="0"/>
            <a:t> from internal HR documents &amp; systems.</a:t>
          </a:r>
        </a:p>
      </dsp:txBody>
      <dsp:txXfrm>
        <a:off x="1011886" y="2194343"/>
        <a:ext cx="5820325" cy="876092"/>
      </dsp:txXfrm>
    </dsp:sp>
    <dsp:sp modelId="{244BB91B-EB6A-4019-BD0C-24B038BAD93B}">
      <dsp:nvSpPr>
        <dsp:cNvPr id="0" name=""/>
        <dsp:cNvSpPr/>
      </dsp:nvSpPr>
      <dsp:spPr>
        <a:xfrm>
          <a:off x="0" y="328945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F6EAB-FA57-4FBE-82E1-FACDB89270AE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2A176-8D1C-452D-930B-63EC0FDBA8CF}">
      <dsp:nvSpPr>
        <dsp:cNvPr id="0" name=""/>
        <dsp:cNvSpPr/>
      </dsp:nvSpPr>
      <dsp:spPr>
        <a:xfrm>
          <a:off x="1011886" y="328945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Consistent style </a:t>
          </a:r>
          <a:r>
            <a:rPr lang="en-US" sz="1900" kern="1200" dirty="0"/>
            <a:t>and reduced </a:t>
          </a:r>
          <a:r>
            <a:rPr lang="en-US" sz="1900" b="1" kern="1200" dirty="0"/>
            <a:t>hallucinations</a:t>
          </a:r>
        </a:p>
      </dsp:txBody>
      <dsp:txXfrm>
        <a:off x="1011886" y="3289458"/>
        <a:ext cx="5820325" cy="876092"/>
      </dsp:txXfrm>
    </dsp:sp>
    <dsp:sp modelId="{92D676CB-5202-488F-A3C8-72A582E47666}">
      <dsp:nvSpPr>
        <dsp:cNvPr id="0" name=""/>
        <dsp:cNvSpPr/>
      </dsp:nvSpPr>
      <dsp:spPr>
        <a:xfrm>
          <a:off x="0" y="438457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6A7A0-7101-4DFF-954F-BE955CA3E991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5BC79-7029-4355-8AD3-AAFB28BE0601}">
      <dsp:nvSpPr>
        <dsp:cNvPr id="0" name=""/>
        <dsp:cNvSpPr/>
      </dsp:nvSpPr>
      <dsp:spPr>
        <a:xfrm>
          <a:off x="1011886" y="438457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Integrates with analytics, ticketing, and notification systems.</a:t>
          </a:r>
        </a:p>
      </dsp:txBody>
      <dsp:txXfrm>
        <a:off x="1011886" y="4384573"/>
        <a:ext cx="5820325" cy="876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B4F06-A65F-4407-9990-CA5F2E71388F}">
      <dsp:nvSpPr>
        <dsp:cNvPr id="0" name=""/>
        <dsp:cNvSpPr/>
      </dsp:nvSpPr>
      <dsp:spPr>
        <a:xfrm>
          <a:off x="6859514" y="433162"/>
          <a:ext cx="2050576" cy="20506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37BE0-FBFB-4BB2-AA4E-6D236E566BC5}">
      <dsp:nvSpPr>
        <dsp:cNvPr id="0" name=""/>
        <dsp:cNvSpPr/>
      </dsp:nvSpPr>
      <dsp:spPr>
        <a:xfrm>
          <a:off x="6928101" y="501530"/>
          <a:ext cx="1914281" cy="19139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Output:</a:t>
          </a:r>
          <a:endParaRPr lang="en-US" sz="1400" kern="1200"/>
        </a:p>
      </dsp:txBody>
      <dsp:txXfrm>
        <a:off x="7201570" y="775002"/>
        <a:ext cx="1367343" cy="1367000"/>
      </dsp:txXfrm>
    </dsp:sp>
    <dsp:sp modelId="{59EE2E28-9458-4390-B7AB-471097820749}">
      <dsp:nvSpPr>
        <dsp:cNvPr id="0" name=""/>
        <dsp:cNvSpPr/>
      </dsp:nvSpPr>
      <dsp:spPr>
        <a:xfrm>
          <a:off x="6928101" y="2521625"/>
          <a:ext cx="1914281" cy="1124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Individual </a:t>
          </a:r>
          <a:r>
            <a:rPr lang="en-US" sz="1100" b="1" kern="1200"/>
            <a:t>Attrition Risk Score (%)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Team/Department Attrition Trends</a:t>
          </a:r>
          <a:endParaRPr lang="en-US" sz="1100" kern="1200"/>
        </a:p>
      </dsp:txBody>
      <dsp:txXfrm>
        <a:off x="6928101" y="2521625"/>
        <a:ext cx="1914281" cy="1124114"/>
      </dsp:txXfrm>
    </dsp:sp>
    <dsp:sp modelId="{0D3EE330-51B2-4654-8734-FC3B39BDF100}">
      <dsp:nvSpPr>
        <dsp:cNvPr id="0" name=""/>
        <dsp:cNvSpPr/>
      </dsp:nvSpPr>
      <dsp:spPr>
        <a:xfrm rot="2700000">
          <a:off x="4731541" y="433017"/>
          <a:ext cx="2050609" cy="2050609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DA2BC-6ED5-42BC-B489-E4996D0EA116}">
      <dsp:nvSpPr>
        <dsp:cNvPr id="0" name=""/>
        <dsp:cNvSpPr/>
      </dsp:nvSpPr>
      <dsp:spPr>
        <a:xfrm>
          <a:off x="4808938" y="501530"/>
          <a:ext cx="1914281" cy="191394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Trigger Layer:</a:t>
          </a:r>
          <a:r>
            <a:rPr lang="en-US" sz="1400" kern="1200"/>
            <a:t> Uses chatbot data to adjust risk dynamically.</a:t>
          </a:r>
        </a:p>
      </dsp:txBody>
      <dsp:txXfrm>
        <a:off x="5082407" y="775002"/>
        <a:ext cx="1367343" cy="1367000"/>
      </dsp:txXfrm>
    </dsp:sp>
    <dsp:sp modelId="{1E1C02A8-C4CB-4B22-B011-4D9F3A5BE32B}">
      <dsp:nvSpPr>
        <dsp:cNvPr id="0" name=""/>
        <dsp:cNvSpPr/>
      </dsp:nvSpPr>
      <dsp:spPr>
        <a:xfrm rot="2700000">
          <a:off x="2621171" y="433017"/>
          <a:ext cx="2050609" cy="2050609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1A51C-256D-4A98-80CE-ADEBCBEE6315}">
      <dsp:nvSpPr>
        <dsp:cNvPr id="0" name=""/>
        <dsp:cNvSpPr/>
      </dsp:nvSpPr>
      <dsp:spPr>
        <a:xfrm>
          <a:off x="2689775" y="501530"/>
          <a:ext cx="1914281" cy="191394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Baseline ML Model:</a:t>
          </a:r>
          <a:r>
            <a:rPr lang="en-US" sz="1400" kern="1200"/>
            <a:t> Uses HR &amp; payroll data (e.g., Random Forest /XGBoost).</a:t>
          </a:r>
        </a:p>
      </dsp:txBody>
      <dsp:txXfrm>
        <a:off x="2963244" y="775002"/>
        <a:ext cx="1367343" cy="1367000"/>
      </dsp:txXfrm>
    </dsp:sp>
    <dsp:sp modelId="{75EEF675-F940-478B-A6F3-A86D4EA02B0D}">
      <dsp:nvSpPr>
        <dsp:cNvPr id="0" name=""/>
        <dsp:cNvSpPr/>
      </dsp:nvSpPr>
      <dsp:spPr>
        <a:xfrm rot="2700000">
          <a:off x="502008" y="433017"/>
          <a:ext cx="2050609" cy="2050609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FEE65-A59B-4775-9637-113C3DDC6A8A}">
      <dsp:nvSpPr>
        <dsp:cNvPr id="0" name=""/>
        <dsp:cNvSpPr/>
      </dsp:nvSpPr>
      <dsp:spPr>
        <a:xfrm>
          <a:off x="570611" y="501530"/>
          <a:ext cx="1914281" cy="191394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Model Workflow:</a:t>
          </a:r>
          <a:endParaRPr lang="en-US" sz="1400" kern="1200"/>
        </a:p>
      </dsp:txBody>
      <dsp:txXfrm>
        <a:off x="844080" y="775002"/>
        <a:ext cx="1367343" cy="136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4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2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4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9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57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8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2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0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9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0341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43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1310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7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16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E384A-572C-4069-8267-D5AAE53E3B3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6B0AAB5-7920-4F3B-8F11-CA3EF58E3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4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C795F95F-2764-0CB3-B013-A1EA246623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6358EA-151B-BF98-21AC-5BA74B5B9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HR BOT – Intelligent Human Resource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452A1-C504-D17A-49EA-83E10EEF9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en-US" dirty="0"/>
              <a:t>Automating HR Queries, Hiring, and Analytics through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98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15376-2CB9-EC60-D726-01C4BB9D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985EC921-3261-382F-176B-5D4CEEC5D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691922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671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E7EE6-90E0-39B6-084D-B3170D30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Solution Overview – HR BOT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861766-284A-3B95-4F60-F0B3213C2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902366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868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A57D5-CB6D-4B1D-870E-16DF04F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Module 1 – HR Chatbot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7FE8D1D-EADA-B5A9-D216-3CFA56A29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845165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700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CADF4631-3C8F-45EE-8D19-4D3E8426B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291099C-17EE-4E0E-B096-C79975050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46" name="Freeform 11">
              <a:extLst>
                <a:ext uri="{FF2B5EF4-FFF2-40B4-BE49-F238E27FC236}">
                  <a16:creationId xmlns:a16="http://schemas.microsoft.com/office/drawing/2014/main" id="{E21C6221-3E1B-4ABD-8172-FAE995E65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2">
              <a:extLst>
                <a:ext uri="{FF2B5EF4-FFF2-40B4-BE49-F238E27FC236}">
                  <a16:creationId xmlns:a16="http://schemas.microsoft.com/office/drawing/2014/main" id="{D3EF5991-93EA-451F-BB82-1ABC4AC0D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3">
              <a:extLst>
                <a:ext uri="{FF2B5EF4-FFF2-40B4-BE49-F238E27FC236}">
                  <a16:creationId xmlns:a16="http://schemas.microsoft.com/office/drawing/2014/main" id="{136F96F7-16E6-48A1-A211-0B4A4D0C8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4">
              <a:extLst>
                <a:ext uri="{FF2B5EF4-FFF2-40B4-BE49-F238E27FC236}">
                  <a16:creationId xmlns:a16="http://schemas.microsoft.com/office/drawing/2014/main" id="{5C00D000-7FA5-40C4-AB6A-DE3A61AB8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5">
              <a:extLst>
                <a:ext uri="{FF2B5EF4-FFF2-40B4-BE49-F238E27FC236}">
                  <a16:creationId xmlns:a16="http://schemas.microsoft.com/office/drawing/2014/main" id="{5AAEB880-A03D-4743-9060-D7A846FA6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CC64DD68-0B96-4DE9-8FD5-3175E4A3F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7">
              <a:extLst>
                <a:ext uri="{FF2B5EF4-FFF2-40B4-BE49-F238E27FC236}">
                  <a16:creationId xmlns:a16="http://schemas.microsoft.com/office/drawing/2014/main" id="{69118400-C17B-4068-86D3-93CAE7702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8">
              <a:extLst>
                <a:ext uri="{FF2B5EF4-FFF2-40B4-BE49-F238E27FC236}">
                  <a16:creationId xmlns:a16="http://schemas.microsoft.com/office/drawing/2014/main" id="{117FA22F-CBA8-4CF5-B8CC-2D169B67E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9">
              <a:extLst>
                <a:ext uri="{FF2B5EF4-FFF2-40B4-BE49-F238E27FC236}">
                  <a16:creationId xmlns:a16="http://schemas.microsoft.com/office/drawing/2014/main" id="{8FB2D443-8598-4CEE-AED2-BEF49AA95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0">
              <a:extLst>
                <a:ext uri="{FF2B5EF4-FFF2-40B4-BE49-F238E27FC236}">
                  <a16:creationId xmlns:a16="http://schemas.microsoft.com/office/drawing/2014/main" id="{92593E33-68AF-485D-99D0-080CEA197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1">
              <a:extLst>
                <a:ext uri="{FF2B5EF4-FFF2-40B4-BE49-F238E27FC236}">
                  <a16:creationId xmlns:a16="http://schemas.microsoft.com/office/drawing/2014/main" id="{96A28427-575C-4904-AC4B-3DD62801D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22">
              <a:extLst>
                <a:ext uri="{FF2B5EF4-FFF2-40B4-BE49-F238E27FC236}">
                  <a16:creationId xmlns:a16="http://schemas.microsoft.com/office/drawing/2014/main" id="{782FA736-DE89-4D13-B0A7-3906B32CE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C0CB70-3159-18CA-D18D-1ECDD6BF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250" y="5508843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 dirty="0"/>
              <a:t>HR Chatbot – Functional Areas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A54B62D-FC5C-4E1A-8D8B-279576FE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60" name="Freeform 27">
              <a:extLst>
                <a:ext uri="{FF2B5EF4-FFF2-40B4-BE49-F238E27FC236}">
                  <a16:creationId xmlns:a16="http://schemas.microsoft.com/office/drawing/2014/main" id="{4706D2CB-CE4C-4F40-B189-FD7BB4466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8">
              <a:extLst>
                <a:ext uri="{FF2B5EF4-FFF2-40B4-BE49-F238E27FC236}">
                  <a16:creationId xmlns:a16="http://schemas.microsoft.com/office/drawing/2014/main" id="{2714CF7E-2DF6-4F91-8BB2-D62E8B549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29">
              <a:extLst>
                <a:ext uri="{FF2B5EF4-FFF2-40B4-BE49-F238E27FC236}">
                  <a16:creationId xmlns:a16="http://schemas.microsoft.com/office/drawing/2014/main" id="{F30DCFE1-624D-4D3C-AC61-757C2FF35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30">
              <a:extLst>
                <a:ext uri="{FF2B5EF4-FFF2-40B4-BE49-F238E27FC236}">
                  <a16:creationId xmlns:a16="http://schemas.microsoft.com/office/drawing/2014/main" id="{BF08ABFE-DD31-4F1F-9520-93CC613CD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31">
              <a:extLst>
                <a:ext uri="{FF2B5EF4-FFF2-40B4-BE49-F238E27FC236}">
                  <a16:creationId xmlns:a16="http://schemas.microsoft.com/office/drawing/2014/main" id="{ADFB2DBD-F00A-4820-876F-4E75F216B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32">
              <a:extLst>
                <a:ext uri="{FF2B5EF4-FFF2-40B4-BE49-F238E27FC236}">
                  <a16:creationId xmlns:a16="http://schemas.microsoft.com/office/drawing/2014/main" id="{3F85387B-5668-4570-BC5C-AA89417C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33">
              <a:extLst>
                <a:ext uri="{FF2B5EF4-FFF2-40B4-BE49-F238E27FC236}">
                  <a16:creationId xmlns:a16="http://schemas.microsoft.com/office/drawing/2014/main" id="{FEA70EF6-623D-453D-8360-1B0C142A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34">
              <a:extLst>
                <a:ext uri="{FF2B5EF4-FFF2-40B4-BE49-F238E27FC236}">
                  <a16:creationId xmlns:a16="http://schemas.microsoft.com/office/drawing/2014/main" id="{FE3B449C-A5FE-44B9-A01C-A115C37D3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35">
              <a:extLst>
                <a:ext uri="{FF2B5EF4-FFF2-40B4-BE49-F238E27FC236}">
                  <a16:creationId xmlns:a16="http://schemas.microsoft.com/office/drawing/2014/main" id="{BD672E89-DAB4-41AE-891D-6B6A52B0E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36">
              <a:extLst>
                <a:ext uri="{FF2B5EF4-FFF2-40B4-BE49-F238E27FC236}">
                  <a16:creationId xmlns:a16="http://schemas.microsoft.com/office/drawing/2014/main" id="{C69123C3-F0F9-4AA7-BA7B-9E5E0AF27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37">
              <a:extLst>
                <a:ext uri="{FF2B5EF4-FFF2-40B4-BE49-F238E27FC236}">
                  <a16:creationId xmlns:a16="http://schemas.microsoft.com/office/drawing/2014/main" id="{E10779C5-3DD9-489D-9A2D-EF45B7BE3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38">
              <a:extLst>
                <a:ext uri="{FF2B5EF4-FFF2-40B4-BE49-F238E27FC236}">
                  <a16:creationId xmlns:a16="http://schemas.microsoft.com/office/drawing/2014/main" id="{1D3B4B35-2090-4DA8-ADBE-DD888B4E1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6FA917F-43A3-4FA3-A085-59D0DC397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5" name="Freeform 33">
            <a:extLst>
              <a:ext uri="{FF2B5EF4-FFF2-40B4-BE49-F238E27FC236}">
                <a16:creationId xmlns:a16="http://schemas.microsoft.com/office/drawing/2014/main" id="{9CBF007B-8C8C-4F79-B037-9F4C61F9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76B933-3FA7-00E8-D181-FA2BCC14A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02364"/>
              </p:ext>
            </p:extLst>
          </p:nvPr>
        </p:nvGraphicFramePr>
        <p:xfrm>
          <a:off x="2064163" y="475182"/>
          <a:ext cx="8289307" cy="4371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40683">
                  <a:extLst>
                    <a:ext uri="{9D8B030D-6E8A-4147-A177-3AD203B41FA5}">
                      <a16:colId xmlns:a16="http://schemas.microsoft.com/office/drawing/2014/main" val="3033387817"/>
                    </a:ext>
                  </a:extLst>
                </a:gridCol>
                <a:gridCol w="5848624">
                  <a:extLst>
                    <a:ext uri="{9D8B030D-6E8A-4147-A177-3AD203B41FA5}">
                      <a16:colId xmlns:a16="http://schemas.microsoft.com/office/drawing/2014/main" val="3858393522"/>
                    </a:ext>
                  </a:extLst>
                </a:gridCol>
              </a:tblGrid>
              <a:tr h="299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 Queries</a:t>
                      </a:r>
                      <a:endParaRPr lang="en-US" sz="160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159627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Policies &amp; Compliance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“What’s the remote work policy?”, “Maternity leave details?”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827237"/>
                  </a:ext>
                </a:extLst>
              </a:tr>
              <a:tr h="299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Benefits &amp; Insurance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“How do I claim medical insurance?”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849345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Recruitment &amp; Transfers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“How to refer a candidate?”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36933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Performance &amp; Appraisals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“When is my appraisal cycle?”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08665"/>
                  </a:ext>
                </a:extLst>
              </a:tr>
              <a:tr h="299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Training &amp; Learning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“Available training programs?”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40648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Leave &amp; Attendance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“How many leaves do I have?”“Apply for sick leave.”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819719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Exit &amp; Resignation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“Notice period details?”“Final settlement process?”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81510"/>
                  </a:ext>
                </a:extLst>
              </a:tr>
              <a:tr h="52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Payroll &amp; Compensation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“When is my salary credited?”, “Show </a:t>
                      </a:r>
                      <a:r>
                        <a:rPr lang="en-US" sz="1600"/>
                        <a:t>my pay slip.”</a:t>
                      </a:r>
                      <a:endParaRPr lang="en-US" sz="16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47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42792-73DD-C449-BE14-40EF9E95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Module 2 – HR Hiring Assistant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9930-9DE9-31E6-94AA-940D79E6A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232229"/>
            <a:ext cx="6798033" cy="5678993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Two submodules enabling end-to-end hiring automation: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Resume Filtering System</a:t>
            </a:r>
          </a:p>
          <a:p>
            <a:pPr>
              <a:lnSpc>
                <a:spcPct val="90000"/>
              </a:lnSpc>
            </a:pPr>
            <a:r>
              <a:rPr lang="en-US" dirty="0"/>
              <a:t>Combines </a:t>
            </a:r>
            <a:r>
              <a:rPr lang="en-US" b="1" dirty="0"/>
              <a:t>LLM Semantic Model</a:t>
            </a:r>
            <a:r>
              <a:rPr lang="en-US" dirty="0"/>
              <a:t> (for JD–resume match &amp; experience relevance)</a:t>
            </a:r>
          </a:p>
          <a:p>
            <a:pPr>
              <a:lnSpc>
                <a:spcPct val="90000"/>
              </a:lnSpc>
            </a:pPr>
            <a:r>
              <a:rPr lang="en-US" dirty="0"/>
              <a:t>With </a:t>
            </a:r>
            <a:r>
              <a:rPr lang="en-US" b="1" dirty="0"/>
              <a:t>NER Model</a:t>
            </a:r>
            <a:r>
              <a:rPr lang="en-US" dirty="0"/>
              <a:t> (to extract skills, experience, education, roles).</a:t>
            </a:r>
          </a:p>
          <a:p>
            <a:pPr>
              <a:lnSpc>
                <a:spcPct val="90000"/>
              </a:lnSpc>
            </a:pPr>
            <a:r>
              <a:rPr lang="en-US" dirty="0"/>
              <a:t>Generates a </a:t>
            </a:r>
            <a:r>
              <a:rPr lang="en-US" b="1" dirty="0"/>
              <a:t>final candidate match score</a:t>
            </a:r>
            <a:r>
              <a:rPr lang="en-US" dirty="0"/>
              <a:t> for shortlist decisions.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HR Telephony Bot</a:t>
            </a:r>
          </a:p>
          <a:p>
            <a:pPr>
              <a:lnSpc>
                <a:spcPct val="90000"/>
              </a:lnSpc>
            </a:pPr>
            <a:r>
              <a:rPr lang="en-US" dirty="0"/>
              <a:t>Automatically extracts phone number from resume.</a:t>
            </a:r>
          </a:p>
          <a:p>
            <a:pPr>
              <a:lnSpc>
                <a:spcPct val="90000"/>
              </a:lnSpc>
            </a:pPr>
            <a:r>
              <a:rPr lang="en-US" dirty="0"/>
              <a:t>Conducts </a:t>
            </a:r>
            <a:r>
              <a:rPr lang="en-US" b="1" dirty="0"/>
              <a:t>AI-driven telephonic interviews</a:t>
            </a:r>
            <a:r>
              <a:rPr lang="en-US" dirty="0"/>
              <a:t> with dynamic question generation.</a:t>
            </a:r>
          </a:p>
          <a:p>
            <a:pPr>
              <a:lnSpc>
                <a:spcPct val="90000"/>
              </a:lnSpc>
            </a:pPr>
            <a:r>
              <a:rPr lang="en-US" dirty="0"/>
              <a:t>Evaluates candidate on </a:t>
            </a:r>
            <a:r>
              <a:rPr lang="en-US" b="1" dirty="0"/>
              <a:t>fluency, technical responses, confidence metrics, experience relevance, future goals, location feasibility etc. 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Final output: </a:t>
            </a:r>
            <a:r>
              <a:rPr lang="en-US" i="1" dirty="0"/>
              <a:t>“Select” / “Hold” / “Reject”</a:t>
            </a:r>
            <a:r>
              <a:rPr lang="en-US" dirty="0"/>
              <a:t> decision.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4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FCCFE-1F2E-5137-784D-099E4B885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Module 3 – HR Analytics Dashboard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7EF109-EDF9-FE94-0AC5-184B17FEC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361088"/>
              </p:ext>
            </p:extLst>
          </p:nvPr>
        </p:nvGraphicFramePr>
        <p:xfrm>
          <a:off x="4900905" y="641551"/>
          <a:ext cx="6456691" cy="5264782"/>
        </p:xfrm>
        <a:graphic>
          <a:graphicData uri="http://schemas.openxmlformats.org/drawingml/2006/table">
            <a:tbl>
              <a:tblPr/>
              <a:tblGrid>
                <a:gridCol w="3074500">
                  <a:extLst>
                    <a:ext uri="{9D8B030D-6E8A-4147-A177-3AD203B41FA5}">
                      <a16:colId xmlns:a16="http://schemas.microsoft.com/office/drawing/2014/main" val="1448192065"/>
                    </a:ext>
                  </a:extLst>
                </a:gridCol>
                <a:gridCol w="3382191">
                  <a:extLst>
                    <a:ext uri="{9D8B030D-6E8A-4147-A177-3AD203B41FA5}">
                      <a16:colId xmlns:a16="http://schemas.microsoft.com/office/drawing/2014/main" val="2371408783"/>
                    </a:ext>
                  </a:extLst>
                </a:gridCol>
              </a:tblGrid>
              <a:tr h="38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Metric</a:t>
                      </a:r>
                      <a:endParaRPr lang="en-US" sz="1700" dirty="0"/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Purpose</a:t>
                      </a:r>
                      <a:endParaRPr lang="en-US" sz="1700"/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35690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Resolution Rate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% of queries resolved without escalation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013229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Avg. Response Time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Average time to respond to queries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76992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Sentiment Score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Employee sentiment from chat analysis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366740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Escalation Rate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% of queries requiring human support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911329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Employee Satisfaction Score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Derived from feedback &amp; sentiment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590880"/>
                  </a:ext>
                </a:extLst>
              </a:tr>
              <a:tr h="382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Top 5 Query Topics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Most frequent HR queries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133604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Confusion/Failure Rate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Queries the bot failed to understand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526302"/>
                  </a:ext>
                </a:extLst>
              </a:tr>
              <a:tr h="642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Attrition Prediction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ML-based model using payroll + chat data</a:t>
                      </a:r>
                    </a:p>
                  </a:txBody>
                  <a:tcPr marL="86878" marR="86878" marT="43439" marB="434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0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68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5AB8-CADE-1235-DF82-A2336181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0233"/>
          </a:xfrm>
        </p:spPr>
        <p:txBody>
          <a:bodyPr/>
          <a:lstStyle/>
          <a:p>
            <a:r>
              <a:rPr lang="en-US" dirty="0"/>
              <a:t>Sentiment Analysis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A966-5990-BD99-C999-D54AA607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52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Understand employee mood and engagement level through chat tone and context.</a:t>
            </a:r>
          </a:p>
          <a:p>
            <a:pPr marL="0" indent="0">
              <a:buNone/>
            </a:pPr>
            <a:r>
              <a:rPr lang="en-US" b="1" dirty="0"/>
              <a:t>Approach:</a:t>
            </a:r>
            <a:endParaRPr lang="en-US" dirty="0"/>
          </a:p>
          <a:p>
            <a:r>
              <a:rPr lang="en-US" dirty="0"/>
              <a:t>Use a </a:t>
            </a:r>
            <a:r>
              <a:rPr lang="en-US" b="1" dirty="0"/>
              <a:t>ML/DL  Sentiment Classification Model</a:t>
            </a:r>
            <a:r>
              <a:rPr lang="en-US" dirty="0"/>
              <a:t> (trained on HR chat data).</a:t>
            </a:r>
          </a:p>
          <a:p>
            <a:r>
              <a:rPr lang="en-US" dirty="0"/>
              <a:t>Output: Sentiment Score (Positive / Neutral / Negative) for each conversation.</a:t>
            </a:r>
          </a:p>
          <a:p>
            <a:r>
              <a:rPr lang="en-US" dirty="0"/>
              <a:t>Aggregation:</a:t>
            </a:r>
          </a:p>
          <a:p>
            <a:pPr lvl="1"/>
            <a:r>
              <a:rPr lang="en-US" b="1" dirty="0"/>
              <a:t>Daily/monthly sentiment trend</a:t>
            </a:r>
            <a:r>
              <a:rPr lang="en-US" dirty="0"/>
              <a:t> (team or department level).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86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E46C-7849-4FC3-F569-8F5F0118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Risk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AF0F-B453-C8C2-B695-438F7D7A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 the probability of employee exit. </a:t>
            </a:r>
          </a:p>
          <a:p>
            <a:pPr marL="0" indent="0">
              <a:buNone/>
            </a:pPr>
            <a:r>
              <a:rPr lang="en-US" b="1" dirty="0"/>
              <a:t>Data Inputs:</a:t>
            </a:r>
            <a:endParaRPr lang="en-US" dirty="0"/>
          </a:p>
          <a:p>
            <a:r>
              <a:rPr lang="en-US" dirty="0"/>
              <a:t>Historical HR data (tenure, role changes, performance ratings).</a:t>
            </a:r>
          </a:p>
          <a:p>
            <a:r>
              <a:rPr lang="en-US" dirty="0"/>
              <a:t>Payroll patterns (salary hikes, incentives, pay anomalies).</a:t>
            </a:r>
          </a:p>
          <a:p>
            <a:r>
              <a:rPr lang="en-US" dirty="0"/>
              <a:t>Skill profile (growth stagnation, mismatch with role).</a:t>
            </a:r>
          </a:p>
          <a:p>
            <a:r>
              <a:rPr lang="en-US" dirty="0"/>
              <a:t>Engagement metrics (training participation, internal mobility).</a:t>
            </a:r>
          </a:p>
          <a:p>
            <a:r>
              <a:rPr lang="en-US" b="1" dirty="0"/>
              <a:t>Chatbot behavioral indicators</a:t>
            </a:r>
            <a:r>
              <a:rPr lang="en-US" dirty="0"/>
              <a:t> (frequent negative sentiment, resignation-related queries).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6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112662-7D70-36F5-0A01-32EC6F159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981547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05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E066FB-35F2-4B35-78A5-D782BC45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520" y="624110"/>
            <a:ext cx="6845092" cy="1280890"/>
          </a:xfrm>
        </p:spPr>
        <p:txBody>
          <a:bodyPr>
            <a:normAutofit/>
          </a:bodyPr>
          <a:lstStyle/>
          <a:p>
            <a:r>
              <a:rPr lang="en-US" b="1" dirty="0"/>
              <a:t>Technology Stack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7BA012-19D1-B993-C058-D01486AAB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72" r="61048" b="-2"/>
          <a:stretch>
            <a:fillRect/>
          </a:stretch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A9B2B3B-6221-F091-78F0-A9C5C58EF6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6667" y="2133600"/>
            <a:ext cx="6847944" cy="37776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Python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NLP Models: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ChatOpenAI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NER, Hugging Face Transformers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Speech: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Twilio, Google Speech-to-Text &amp; Text-to-Speech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PostgreSQL / MongoDB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Plotly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AWS EC2</a:t>
            </a:r>
          </a:p>
        </p:txBody>
      </p:sp>
    </p:spTree>
    <p:extLst>
      <p:ext uri="{BB962C8B-B14F-4D97-AF65-F5344CB8AC3E}">
        <p14:creationId xmlns:p14="http://schemas.microsoft.com/office/powerpoint/2010/main" val="209176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20711-9EEC-27EF-40FD-B4926F06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r>
              <a:rPr lang="en-US" dirty="0"/>
              <a:t>Key Benefits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0BE31-CF54-858C-C083-361AED1F4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3062" y="2133600"/>
            <a:ext cx="8131550" cy="17919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dirty="0"/>
              <a:t>✅ Reduction in HR workload</a:t>
            </a:r>
            <a:br>
              <a:rPr lang="en-US" sz="2000" dirty="0"/>
            </a:br>
            <a:r>
              <a:rPr lang="en-US" sz="2000" dirty="0"/>
              <a:t>✅ Faster &amp; unbiased candidate screening</a:t>
            </a:r>
            <a:br>
              <a:rPr lang="en-US" sz="2000" dirty="0"/>
            </a:br>
            <a:r>
              <a:rPr lang="en-US" sz="2000" dirty="0"/>
              <a:t>✅ 24/7 HR support availability</a:t>
            </a:r>
            <a:br>
              <a:rPr lang="en-US" sz="2000" dirty="0"/>
            </a:br>
            <a:r>
              <a:rPr lang="en-US" sz="2000" dirty="0"/>
              <a:t>✅ Data-driven decision-making</a:t>
            </a:r>
            <a:br>
              <a:rPr lang="en-US" sz="2000" dirty="0"/>
            </a:br>
            <a:r>
              <a:rPr lang="en-US" sz="2000" dirty="0"/>
              <a:t>✅ Improved employee satisfaction and retention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99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563CAE-06B9-5210-F1A6-6B4C607A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4321" y="2599544"/>
            <a:ext cx="8915400" cy="16589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777746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0</TotalTime>
  <Words>692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HR BOT – Intelligent Human Resource Assistant</vt:lpstr>
      <vt:lpstr>Problem Statement</vt:lpstr>
      <vt:lpstr>Solution Overview – HR BOT</vt:lpstr>
      <vt:lpstr>Module 1 – HR Chatbot</vt:lpstr>
      <vt:lpstr>HR Chatbot – Functional Areas</vt:lpstr>
      <vt:lpstr>Module 2 – HR Hiring Assistant</vt:lpstr>
      <vt:lpstr>Module 3 – HR Analytics Dashboard </vt:lpstr>
      <vt:lpstr>Sentiment Analysis Engine</vt:lpstr>
      <vt:lpstr>Attrition Risk Prediction Model</vt:lpstr>
      <vt:lpstr>PowerPoint Presentation</vt:lpstr>
      <vt:lpstr>Technology Stack</vt:lpstr>
      <vt:lpstr>Key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Zate, Harshal</dc:creator>
  <cp:lastModifiedBy>Zate, Harshal</cp:lastModifiedBy>
  <cp:revision>15</cp:revision>
  <dcterms:created xsi:type="dcterms:W3CDTF">2025-11-03T07:19:03Z</dcterms:created>
  <dcterms:modified xsi:type="dcterms:W3CDTF">2025-11-07T11:15:25Z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f5f9da-bb59-43e3-a7aa-358435e03557_Enabled">
    <vt:lpwstr>true</vt:lpwstr>
  </property>
  <property fmtid="{D5CDD505-2E9C-101B-9397-08002B2CF9AE}" pid="3" name="MSIP_Label_f0f5f9da-bb59-43e3-a7aa-358435e03557_SetDate">
    <vt:lpwstr>2025-11-03T07:36:39Z</vt:lpwstr>
  </property>
  <property fmtid="{D5CDD505-2E9C-101B-9397-08002B2CF9AE}" pid="4" name="MSIP_Label_f0f5f9da-bb59-43e3-a7aa-358435e03557_Method">
    <vt:lpwstr>Privileged</vt:lpwstr>
  </property>
  <property fmtid="{D5CDD505-2E9C-101B-9397-08002B2CF9AE}" pid="5" name="MSIP_Label_f0f5f9da-bb59-43e3-a7aa-358435e03557_Name">
    <vt:lpwstr>ERGO Internal</vt:lpwstr>
  </property>
  <property fmtid="{D5CDD505-2E9C-101B-9397-08002B2CF9AE}" pid="6" name="MSIP_Label_f0f5f9da-bb59-43e3-a7aa-358435e03557_SiteId">
    <vt:lpwstr>b81b1bcc-4864-4917-b597-9deb35336ab7</vt:lpwstr>
  </property>
  <property fmtid="{D5CDD505-2E9C-101B-9397-08002B2CF9AE}" pid="7" name="MSIP_Label_f0f5f9da-bb59-43e3-a7aa-358435e03557_ActionId">
    <vt:lpwstr>daf478b9-51f6-466e-9d90-f6cca9b3adcc</vt:lpwstr>
  </property>
  <property fmtid="{D5CDD505-2E9C-101B-9397-08002B2CF9AE}" pid="8" name="MSIP_Label_f0f5f9da-bb59-43e3-a7aa-358435e03557_ContentBits">
    <vt:lpwstr>0</vt:lpwstr>
  </property>
  <property fmtid="{D5CDD505-2E9C-101B-9397-08002B2CF9AE}" pid="9" name="MSIP_Label_f0f5f9da-bb59-43e3-a7aa-358435e03557_Tag">
    <vt:lpwstr>10, 0, 1, 1</vt:lpwstr>
  </property>
</Properties>
</file>